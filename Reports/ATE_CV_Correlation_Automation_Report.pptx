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ATE ↔ CV Correlation Automation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Procedure, deliverables, and time benefit (generated from Python automation scripts)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automation pipeline</a:t>
            </a:r>
          </a:p>
        </p:txBody>
      </p:sp>
      <p:pic>
        <p:nvPicPr>
          <p:cNvPr id="3" name="Picture 2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33255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From raw ATE exports to correlated limits and plots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procedure (what the scripts actually 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Extract ATE raw exports → normalize → filter to target chips/tests</a:t>
            </a:r>
          </a:p>
          <a:p>
            <a:pPr>
              <a:defRPr sz="1800"/>
            </a:pPr>
            <a:r>
              <a:t>Enrich metadata: Temperature from filename; Voltage corner + Frequency from Test Name</a:t>
            </a:r>
          </a:p>
          <a:p>
            <a:pPr>
              <a:defRPr sz="1800"/>
            </a:pPr>
            <a:r>
              <a:t>Merge CV/ATE rows by keys (Wafer/X/Y/DUT/Temp/Vcorner/Freq/Test#)</a:t>
            </a:r>
          </a:p>
          <a:p>
            <a:pPr>
              <a:defRPr sz="1800"/>
            </a:pPr>
            <a:r>
              <a:t>Group by test-case (TXLO: Test#…; TXPA: LUT value… + optional PA channel for LUT255)</a:t>
            </a:r>
          </a:p>
          <a:p>
            <a:pPr>
              <a:defRPr sz="1800"/>
            </a:pPr>
            <a:r>
              <a:t>Compute correlation + new limits and output: Excel summaries + per-group plots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highlights vs manual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Robust chip-list ingestion (CSV/XLSX; flexible headers; DoE split + DUT Nr preserved)</a:t>
            </a:r>
          </a:p>
          <a:p>
            <a:pPr>
              <a:defRPr sz="1800"/>
            </a:pPr>
            <a:r>
              <a:t>Test selection supports explicit IDs, ranges, and substrings</a:t>
            </a:r>
          </a:p>
          <a:p>
            <a:pPr>
              <a:defRPr sz="1800"/>
            </a:pPr>
            <a:r>
              <a:t>Batch-processing of all input files + automatic skip of temp/~$ files</a:t>
            </a:r>
          </a:p>
          <a:p>
            <a:pPr>
              <a:defRPr sz="1800"/>
            </a:pPr>
            <a:r>
              <a:t>Consistent, reproducible grouping and output naming (traceable plots per test-case)</a:t>
            </a:r>
          </a:p>
          <a:p>
            <a:pPr>
              <a:defRPr sz="1800"/>
            </a:pPr>
            <a:r>
              <a:t>Limit computation and guardbanding performed systematically (no copy/paste errors)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output: TXLO (series + models)</a:t>
            </a:r>
          </a:p>
        </p:txBody>
      </p:sp>
      <p:pic>
        <p:nvPicPr>
          <p:cNvPr id="3" name="Picture 2" descr="Test_Number_57039_Test_Name_TXLO_81LoPowCo0___D095_Voltage_corner_VMIN_Frequency_GHz_81_Temperature_-40_LO_IDAC_0_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623560" cy="4219905"/>
          </a:xfrm>
          <a:prstGeom prst="rect">
            <a:avLst/>
          </a:prstGeom>
        </p:spPr>
      </p:pic>
      <p:pic>
        <p:nvPicPr>
          <p:cNvPr id="4" name="Picture 3" descr="Test_Number_57039_Test_Name_TXLO_81LoPowCo0___D095_Voltage_corner_VMIN_Frequency_GHz_81_Temperature_-40_LO_IDAC_0__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1097280"/>
            <a:ext cx="5623560" cy="4188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5623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Series: CV vs ATE + correlated +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08192" y="6400800"/>
            <a:ext cx="5623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Models: regression view + residuals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output: TXPA LUT255 (with requirements guardbanding)</a:t>
            </a:r>
          </a:p>
        </p:txBody>
      </p:sp>
      <p:pic>
        <p:nvPicPr>
          <p:cNvPr id="3" name="Picture 2" descr="LUT_value_255_Test_Name_TXPA_81FwLu255Tx1_D095_Voltage_corner_VMIN_Frequency_GHz_81_Temperature_-40_PA_Channel_TX1_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623560" cy="3301393"/>
          </a:xfrm>
          <a:prstGeom prst="rect">
            <a:avLst/>
          </a:prstGeom>
        </p:spPr>
      </p:pic>
      <p:pic>
        <p:nvPicPr>
          <p:cNvPr id="4" name="Picture 3" descr="LUT_value_255_Test_Name_TXPA_81FwLu255Tx1_D095_Voltage_corner_VMIN_Frequency_GHz_81_Temperature_-40_PA_Channel_TX1__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1097280"/>
            <a:ext cx="5623560" cy="4188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5623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Series: correlated distribution + requirement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08192" y="6400800"/>
            <a:ext cx="5623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Models: regression + residuals (offset/physics)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benefit estimate (automation impact)</a:t>
            </a:r>
          </a:p>
        </p:txBody>
      </p:sp>
      <p:pic>
        <p:nvPicPr>
          <p:cNvPr id="3" name="Picture 2" descr="time_bene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6583680" cy="30673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23444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/>
            </a:pPr>
            <a:r>
              <a:t>Assumptions (edit to match reality):</a:t>
            </a:r>
          </a:p>
          <a:p>
            <a:pPr>
              <a:defRPr sz="1400"/>
            </a:pPr>
            <a:r>
              <a:t>Manual effort per iteration: 180 min</a:t>
            </a:r>
          </a:p>
          <a:p>
            <a:pPr>
              <a:defRPr sz="1400"/>
            </a:pPr>
            <a:r>
              <a:t>Automated effort per iteration: 25 min</a:t>
            </a:r>
          </a:p>
          <a:p>
            <a:pPr>
              <a:defRPr sz="1400"/>
            </a:pPr>
            <a:r>
              <a:t>Iterations per week: 2</a:t>
            </a:r>
          </a:p>
          <a:p>
            <a:pPr>
              <a:defRPr sz="1400"/>
            </a:pPr>
            <a:r>
              <a:t>Manual includes: Excel filtering/merging, plotting, copying results</a:t>
            </a:r>
          </a:p>
          <a:p>
            <a:pPr>
              <a:defRPr sz="1400"/>
            </a:pPr>
            <a:r>
              <a:t>Automated includes: editing config + running scripts + quick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Outlook: suggested next automation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Central config file (YAML/JSON) + CLI wrapper to remove in-code edits</a:t>
            </a:r>
          </a:p>
          <a:p>
            <a:pPr>
              <a:defRPr sz="1800"/>
            </a:pPr>
            <a:r>
              <a:t>Single pipeline runner: Extract → Correlate → Package plots + summary</a:t>
            </a:r>
          </a:p>
          <a:p>
            <a:pPr>
              <a:defRPr sz="1800"/>
            </a:pPr>
            <a:r>
              <a:t>Add validation: missing columns, Kf merge coverage thresholds, inverted limit windows</a:t>
            </a:r>
          </a:p>
          <a:p>
            <a:pPr>
              <a:defRPr sz="1800"/>
            </a:pPr>
            <a:r>
              <a:t>Standardize outputs: versioned run folders + metadata (git hash, date, dataset tags)</a:t>
            </a:r>
          </a:p>
          <a:p>
            <a:pPr>
              <a:defRPr sz="1800"/>
            </a:pPr>
            <a:r>
              <a:t>Regression tests on small sample datasets to lock behavior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