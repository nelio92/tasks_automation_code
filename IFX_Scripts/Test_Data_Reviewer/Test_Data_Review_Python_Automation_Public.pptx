
<file path=[Content_Types].xml><?xml version="1.0" encoding="utf-8"?>
<Types xmlns="http://schemas.openxmlformats.org/package/2006/content-types">
  <Default Extension="png" ContentType="image/png"/>
  <Default Extension="svg" ContentType="image/svg+xml"/>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heme/theme2.xml" ContentType="application/vnd.openxmlformats-officedocument.theme+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heme/theme3.xml" ContentType="application/vnd.openxmlformats-officedocument.theme+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notesSlides/notesSlide1.xml" ContentType="application/vnd.openxmlformats-officedocument.presentationml.notesSlide+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15" r:id="rId4"/>
  </p:sldMasterIdLst>
  <p:notesMasterIdLst>
    <p:notesMasterId r:id="rId18"/>
  </p:notesMasterIdLst>
  <p:handoutMasterIdLst>
    <p:handoutMasterId r:id="rId19"/>
  </p:handoutMasterIdLst>
  <p:sldIdLst>
    <p:sldId id="270" r:id="rId5"/>
    <p:sldId id="273" r:id="rId6"/>
    <p:sldId id="283" r:id="rId7"/>
    <p:sldId id="285" r:id="rId8"/>
    <p:sldId id="277" r:id="rId9"/>
    <p:sldId id="278" r:id="rId10"/>
    <p:sldId id="282" r:id="rId11"/>
    <p:sldId id="279" r:id="rId12"/>
    <p:sldId id="293" r:id="rId13"/>
    <p:sldId id="287" r:id="rId14"/>
    <p:sldId id="280" r:id="rId15"/>
    <p:sldId id="903" r:id="rId16"/>
    <p:sldId id="261" r:id="rId17"/>
  </p:sldIdLst>
  <p:sldSz cx="12192000" cy="6858000"/>
  <p:notesSz cx="7099300" cy="10234613"/>
  <p:custDataLst>
    <p:tags r:id="rId20"/>
  </p:custDataLst>
  <p:defaultTextStyle>
    <a:defPPr>
      <a:defRPr lang="en-US"/>
    </a:defPPr>
    <a:lvl1pPr algn="l" rtl="0" fontAlgn="base">
      <a:spcBef>
        <a:spcPct val="0"/>
      </a:spcBef>
      <a:spcAft>
        <a:spcPct val="0"/>
      </a:spcAft>
      <a:defRPr sz="1400" kern="1200">
        <a:solidFill>
          <a:schemeClr val="tx1"/>
        </a:solidFill>
        <a:latin typeface="Arial" charset="0"/>
        <a:ea typeface="+mn-ea"/>
        <a:cs typeface="+mn-cs"/>
      </a:defRPr>
    </a:lvl1pPr>
    <a:lvl2pPr marL="609585" algn="l" rtl="0" fontAlgn="base">
      <a:spcBef>
        <a:spcPct val="0"/>
      </a:spcBef>
      <a:spcAft>
        <a:spcPct val="0"/>
      </a:spcAft>
      <a:defRPr sz="1400" kern="1200">
        <a:solidFill>
          <a:schemeClr val="tx1"/>
        </a:solidFill>
        <a:latin typeface="Arial" charset="0"/>
        <a:ea typeface="+mn-ea"/>
        <a:cs typeface="+mn-cs"/>
      </a:defRPr>
    </a:lvl2pPr>
    <a:lvl3pPr marL="1219170" algn="l" rtl="0" fontAlgn="base">
      <a:spcBef>
        <a:spcPct val="0"/>
      </a:spcBef>
      <a:spcAft>
        <a:spcPct val="0"/>
      </a:spcAft>
      <a:defRPr sz="1400" kern="1200">
        <a:solidFill>
          <a:schemeClr val="tx1"/>
        </a:solidFill>
        <a:latin typeface="Arial" charset="0"/>
        <a:ea typeface="+mn-ea"/>
        <a:cs typeface="+mn-cs"/>
      </a:defRPr>
    </a:lvl3pPr>
    <a:lvl4pPr marL="1828754" algn="l" rtl="0" fontAlgn="base">
      <a:spcBef>
        <a:spcPct val="0"/>
      </a:spcBef>
      <a:spcAft>
        <a:spcPct val="0"/>
      </a:spcAft>
      <a:defRPr sz="1400" kern="1200">
        <a:solidFill>
          <a:schemeClr val="tx1"/>
        </a:solidFill>
        <a:latin typeface="Arial" charset="0"/>
        <a:ea typeface="+mn-ea"/>
        <a:cs typeface="+mn-cs"/>
      </a:defRPr>
    </a:lvl4pPr>
    <a:lvl5pPr marL="2438339" algn="l" rtl="0" fontAlgn="base">
      <a:spcBef>
        <a:spcPct val="0"/>
      </a:spcBef>
      <a:spcAft>
        <a:spcPct val="0"/>
      </a:spcAft>
      <a:defRPr sz="1400" kern="1200">
        <a:solidFill>
          <a:schemeClr val="tx1"/>
        </a:solidFill>
        <a:latin typeface="Arial" charset="0"/>
        <a:ea typeface="+mn-ea"/>
        <a:cs typeface="+mn-cs"/>
      </a:defRPr>
    </a:lvl5pPr>
    <a:lvl6pPr marL="3047924" algn="l" defTabSz="1219170" rtl="0" eaLnBrk="1" latinLnBrk="0" hangingPunct="1">
      <a:defRPr sz="1400" kern="1200">
        <a:solidFill>
          <a:schemeClr val="tx1"/>
        </a:solidFill>
        <a:latin typeface="Arial" charset="0"/>
        <a:ea typeface="+mn-ea"/>
        <a:cs typeface="+mn-cs"/>
      </a:defRPr>
    </a:lvl6pPr>
    <a:lvl7pPr marL="3657509" algn="l" defTabSz="1219170" rtl="0" eaLnBrk="1" latinLnBrk="0" hangingPunct="1">
      <a:defRPr sz="1400" kern="1200">
        <a:solidFill>
          <a:schemeClr val="tx1"/>
        </a:solidFill>
        <a:latin typeface="Arial" charset="0"/>
        <a:ea typeface="+mn-ea"/>
        <a:cs typeface="+mn-cs"/>
      </a:defRPr>
    </a:lvl7pPr>
    <a:lvl8pPr marL="4267093" algn="l" defTabSz="1219170" rtl="0" eaLnBrk="1" latinLnBrk="0" hangingPunct="1">
      <a:defRPr sz="1400" kern="1200">
        <a:solidFill>
          <a:schemeClr val="tx1"/>
        </a:solidFill>
        <a:latin typeface="Arial" charset="0"/>
        <a:ea typeface="+mn-ea"/>
        <a:cs typeface="+mn-cs"/>
      </a:defRPr>
    </a:lvl8pPr>
    <a:lvl9pPr marL="4876678" algn="l" defTabSz="1219170" rtl="0" eaLnBrk="1" latinLnBrk="0" hangingPunct="1">
      <a:defRPr sz="14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2160" userDrawn="1">
          <p15:clr>
            <a:srgbClr val="A4A3A4"/>
          </p15:clr>
        </p15:guide>
      </p15:sldGuideLst>
    </p:ext>
    <p:ext uri="{2D200454-40CA-4A62-9FC3-DE9A4176ACB9}">
      <p15:notesGuideLst xmlns:p15="http://schemas.microsoft.com/office/powerpoint/2012/main">
        <p15:guide id="1" orient="horz" pos="187">
          <p15:clr>
            <a:srgbClr val="A4A3A4"/>
          </p15:clr>
        </p15:guide>
        <p15:guide id="2" orient="horz" pos="638">
          <p15:clr>
            <a:srgbClr val="A4A3A4"/>
          </p15:clr>
        </p15:guide>
        <p15:guide id="3" orient="horz" pos="453">
          <p15:clr>
            <a:srgbClr val="A4A3A4"/>
          </p15:clr>
        </p15:guide>
        <p15:guide id="4" orient="horz" pos="6262">
          <p15:clr>
            <a:srgbClr val="A4A3A4"/>
          </p15:clr>
        </p15:guide>
        <p15:guide id="5" pos="4186">
          <p15:clr>
            <a:srgbClr val="A4A3A4"/>
          </p15:clr>
        </p15:guide>
        <p15:guide id="6" pos="286">
          <p15:clr>
            <a:srgbClr val="A4A3A4"/>
          </p15:clr>
        </p15:guide>
        <p15:guide id="7" pos="830">
          <p15:clr>
            <a:srgbClr val="A4A3A4"/>
          </p15:clr>
        </p15:guide>
        <p15:guide id="8" pos="3869">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9012ECD-51FC-41F1-AA8D-1B2483CD663E}">
  <a:tblStyle styleId="{21E4AEA4-8DFA-4A89-87EB-49C32662AFE0}" styleName="Medium Style 2 - Accent 2">
    <a:wholeTbl>
      <a:tcTxStyle>
        <a:fontRef idx="minor">
          <a:prstClr val="black"/>
        </a:fontRef>
        <a:schemeClr val="dk1"/>
      </a:tcTxStyle>
      <a:tcStyle>
        <a:tcBdr>
          <a:left>
            <a:ln w="9525" cmpd="sng">
              <a:solidFill>
                <a:schemeClr val="lt1"/>
              </a:solidFill>
            </a:ln>
          </a:left>
          <a:right>
            <a:ln w="9525" cmpd="sng">
              <a:solidFill>
                <a:srgbClr val="FFFFFF"/>
              </a:solidFill>
            </a:ln>
          </a:right>
          <a:top>
            <a:ln w="9525" cmpd="sng">
              <a:solidFill>
                <a:srgbClr val="FFFFFF"/>
              </a:solidFill>
            </a:ln>
          </a:top>
          <a:bottom>
            <a:ln w="9525" cmpd="sng">
              <a:solidFill>
                <a:srgbClr val="FFFFFF"/>
              </a:solidFill>
            </a:ln>
          </a:bottom>
          <a:insideH>
            <a:ln w="9525" cmpd="sng">
              <a:solidFill>
                <a:srgbClr val="FFFFFF"/>
              </a:solidFill>
            </a:ln>
          </a:insideH>
          <a:insideV>
            <a:ln w="9525" cmpd="sng">
              <a:solidFill>
                <a:srgbClr val="FFFFFF"/>
              </a:solidFill>
            </a:ln>
          </a:insideV>
        </a:tcBdr>
        <a:fill>
          <a:solidFill>
            <a:schemeClr val="lt2"/>
          </a:solidFill>
        </a:fill>
      </a:tcStyle>
    </a:wholeTbl>
    <a:band1H>
      <a:tcStyle>
        <a:tcBdr/>
      </a:tcStyle>
    </a:band1H>
    <a:band2H>
      <a:tcTxStyle>
        <a:fontRef idx="minor">
          <a:prstClr val="white"/>
        </a:fontRef>
        <a:schemeClr val="lt1"/>
      </a:tcTxStyle>
      <a:tcStyle>
        <a:tcBdr/>
        <a:fill>
          <a:solidFill>
            <a:schemeClr val="accent2"/>
          </a:solidFill>
        </a:fill>
      </a:tcStyle>
    </a:band2H>
    <a:band1V>
      <a:tcStyle>
        <a:tcBdr/>
      </a:tcStyle>
    </a:band1V>
    <a:band2V>
      <a:tcTxStyle>
        <a:fontRef idx="minor">
          <a:prstClr val="white"/>
        </a:fontRef>
        <a:schemeClr val="lt1"/>
      </a:tcTxStyle>
      <a:tcStyle>
        <a:tcBdr/>
        <a:fill>
          <a:solidFill>
            <a:schemeClr val="accent2"/>
          </a:solidFill>
        </a:fill>
      </a:tcStyle>
    </a:band2V>
    <a:lastCol>
      <a:tcTxStyle b="on">
        <a:fontRef idx="minor">
          <a:prstClr val="white"/>
        </a:fontRef>
        <a:schemeClr val="lt1"/>
      </a:tcTxStyle>
      <a:tcStyle>
        <a:tcBdr/>
        <a:fill>
          <a:solidFill>
            <a:schemeClr val="accent2"/>
          </a:solidFill>
        </a:fill>
      </a:tcStyle>
    </a:lastCol>
    <a:firstCol>
      <a:tcTxStyle b="on">
        <a:fontRef idx="minor">
          <a:prstClr val="white"/>
        </a:fontRef>
        <a:schemeClr val="lt1"/>
      </a:tcTxStyle>
      <a:tcStyle>
        <a:tcBdr/>
        <a:fill>
          <a:solidFill>
            <a:schemeClr val="accent2"/>
          </a:solidFill>
        </a:fill>
      </a:tcStyle>
    </a:firstCol>
    <a:lastRow>
      <a:tcTxStyle b="on">
        <a:fontRef idx="minor">
          <a:prstClr val="white"/>
        </a:fontRef>
        <a:schemeClr val="lt1"/>
      </a:tcTxStyle>
      <a:tcStyle>
        <a:tcBdr/>
        <a:fill>
          <a:solidFill>
            <a:schemeClr val="accent2"/>
          </a:solidFill>
        </a:fill>
      </a:tcStyle>
    </a:lastRow>
    <a:firstRow>
      <a:tcTxStyle b="on">
        <a:fontRef idx="minor">
          <a:prstClr val="white"/>
        </a:fontRef>
        <a:schemeClr val="lt1"/>
      </a:tcTxStyle>
      <a:tcStyle>
        <a:tcBdr/>
        <a:fill>
          <a:solidFill>
            <a:schemeClr val="accent2"/>
          </a:solidFill>
        </a:fill>
      </a:tcStyle>
    </a:firstRow>
  </a:tblStyle>
  <a:tblStyle styleId="{3B4B98B0-60AC-42C2-AFA5-B58CD77FA1E5}" styleName="Helle Formatvorlage 1 - Akz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96" autoAdjust="0"/>
  </p:normalViewPr>
  <p:slideViewPr>
    <p:cSldViewPr snapToObjects="1" showGuides="1">
      <p:cViewPr varScale="1">
        <p:scale>
          <a:sx n="164" d="100"/>
          <a:sy n="164" d="100"/>
        </p:scale>
        <p:origin x="96" y="244"/>
      </p:cViewPr>
      <p:guideLst>
        <p:guide pos="3840"/>
        <p:guide orient="horz" pos="216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0"/>
    </p:cViewPr>
  </p:sorterViewPr>
  <p:notesViewPr>
    <p:cSldViewPr snapToObjects="1" showGuides="1">
      <p:cViewPr varScale="1">
        <p:scale>
          <a:sx n="70" d="100"/>
          <a:sy n="70" d="100"/>
        </p:scale>
        <p:origin x="2268" y="42"/>
      </p:cViewPr>
      <p:guideLst>
        <p:guide orient="horz" pos="187"/>
        <p:guide orient="horz" pos="638"/>
        <p:guide orient="horz" pos="453"/>
        <p:guide orient="horz" pos="6262"/>
        <p:guide pos="4186"/>
        <p:guide pos="286"/>
        <p:guide pos="830"/>
        <p:guide pos="3869"/>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ags" Target="tags/tag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7066209-E76B-4495-8794-4BCF29A2F366}"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70EDBB86-920A-418D-83D9-8AACB428A434}">
      <dgm:prSet phldrT="[Text]"/>
      <dgm:spPr/>
      <dgm:t>
        <a:bodyPr/>
        <a:lstStyle/>
        <a:p>
          <a:r>
            <a:rPr lang="de-DE" dirty="0"/>
            <a:t>Yield</a:t>
          </a:r>
          <a:endParaRPr lang="en-US" dirty="0"/>
        </a:p>
      </dgm:t>
    </dgm:pt>
    <dgm:pt modelId="{050CB969-799F-4959-B259-D16E90D01231}" type="parTrans" cxnId="{ED8B33AC-BC01-4458-8C63-32B54BE7EDD7}">
      <dgm:prSet/>
      <dgm:spPr/>
      <dgm:t>
        <a:bodyPr/>
        <a:lstStyle/>
        <a:p>
          <a:endParaRPr lang="en-US"/>
        </a:p>
      </dgm:t>
    </dgm:pt>
    <dgm:pt modelId="{EA3A4E21-6004-4DF5-B432-27485C6F99D0}" type="sibTrans" cxnId="{ED8B33AC-BC01-4458-8C63-32B54BE7EDD7}">
      <dgm:prSet/>
      <dgm:spPr/>
      <dgm:t>
        <a:bodyPr/>
        <a:lstStyle/>
        <a:p>
          <a:endParaRPr lang="en-US"/>
        </a:p>
      </dgm:t>
    </dgm:pt>
    <dgm:pt modelId="{7669DC3F-EC41-4A4D-BF90-C073CE93A651}">
      <dgm:prSet phldrT="[Text]"/>
      <dgm:spPr/>
      <dgm:t>
        <a:bodyPr/>
        <a:lstStyle/>
        <a:p>
          <a:r>
            <a:rPr lang="de-DE" dirty="0"/>
            <a:t>Detect all tests having at least </a:t>
          </a:r>
          <a:r>
            <a:rPr lang="de-DE" b="1" dirty="0"/>
            <a:t>1</a:t>
          </a:r>
          <a:r>
            <a:rPr lang="de-DE" dirty="0"/>
            <a:t> failing device</a:t>
          </a:r>
          <a:endParaRPr lang="en-US" dirty="0"/>
        </a:p>
      </dgm:t>
    </dgm:pt>
    <dgm:pt modelId="{FDDD31D4-8E8D-47D7-B1E2-4982F0082C13}" type="parTrans" cxnId="{7A603B6A-1006-4781-BAD4-FA07B5B10D45}">
      <dgm:prSet/>
      <dgm:spPr/>
      <dgm:t>
        <a:bodyPr/>
        <a:lstStyle/>
        <a:p>
          <a:endParaRPr lang="en-US"/>
        </a:p>
      </dgm:t>
    </dgm:pt>
    <dgm:pt modelId="{9E7C6C7F-B9CC-4E6F-8AFC-3CE03F46DBEC}" type="sibTrans" cxnId="{7A603B6A-1006-4781-BAD4-FA07B5B10D45}">
      <dgm:prSet/>
      <dgm:spPr/>
      <dgm:t>
        <a:bodyPr/>
        <a:lstStyle/>
        <a:p>
          <a:endParaRPr lang="en-US"/>
        </a:p>
      </dgm:t>
    </dgm:pt>
    <dgm:pt modelId="{38C9B97F-293B-4CAD-81F2-474B41E4D4F5}">
      <dgm:prSet phldrT="[Text]"/>
      <dgm:spPr/>
      <dgm:t>
        <a:bodyPr/>
        <a:lstStyle/>
        <a:p>
          <a:r>
            <a:rPr lang="de-DE" dirty="0"/>
            <a:t>Cpk low</a:t>
          </a:r>
          <a:endParaRPr lang="en-US" dirty="0"/>
        </a:p>
      </dgm:t>
    </dgm:pt>
    <dgm:pt modelId="{65138E8B-FDF2-40F9-8456-A571D6E30EDC}" type="parTrans" cxnId="{4D560EFD-2079-4494-A049-C70FA25278AC}">
      <dgm:prSet/>
      <dgm:spPr/>
      <dgm:t>
        <a:bodyPr/>
        <a:lstStyle/>
        <a:p>
          <a:endParaRPr lang="en-US"/>
        </a:p>
      </dgm:t>
    </dgm:pt>
    <dgm:pt modelId="{0DF9BCF8-3C80-4DCB-B5A6-812AF97A78F0}" type="sibTrans" cxnId="{4D560EFD-2079-4494-A049-C70FA25278AC}">
      <dgm:prSet/>
      <dgm:spPr/>
      <dgm:t>
        <a:bodyPr/>
        <a:lstStyle/>
        <a:p>
          <a:endParaRPr lang="en-US"/>
        </a:p>
      </dgm:t>
    </dgm:pt>
    <dgm:pt modelId="{770D23C3-C803-462B-9F5E-A95911689AF7}">
      <dgm:prSet phldrT="[Text]"/>
      <dgm:spPr/>
      <dgm:t>
        <a:bodyPr/>
        <a:lstStyle/>
        <a:p>
          <a:r>
            <a:rPr lang="de-DE" dirty="0"/>
            <a:t>Detect all tests having a </a:t>
          </a:r>
          <a:r>
            <a:rPr lang="de-DE" b="1" dirty="0"/>
            <a:t>Cpk &lt; 1.67</a:t>
          </a:r>
          <a:endParaRPr lang="en-US" b="1" dirty="0"/>
        </a:p>
      </dgm:t>
    </dgm:pt>
    <dgm:pt modelId="{60A34830-F2A5-422A-B007-C5C1A41ED4FC}" type="parTrans" cxnId="{7F94136E-4233-4C24-AA77-C86C71A04006}">
      <dgm:prSet/>
      <dgm:spPr/>
      <dgm:t>
        <a:bodyPr/>
        <a:lstStyle/>
        <a:p>
          <a:endParaRPr lang="en-US"/>
        </a:p>
      </dgm:t>
    </dgm:pt>
    <dgm:pt modelId="{1CDDE259-20F8-4586-9DCE-E42E9A26D92E}" type="sibTrans" cxnId="{7F94136E-4233-4C24-AA77-C86C71A04006}">
      <dgm:prSet/>
      <dgm:spPr/>
      <dgm:t>
        <a:bodyPr/>
        <a:lstStyle/>
        <a:p>
          <a:endParaRPr lang="en-US"/>
        </a:p>
      </dgm:t>
    </dgm:pt>
    <dgm:pt modelId="{8365D3A6-594C-47B9-A980-E38658442680}">
      <dgm:prSet phldrT="[Text]"/>
      <dgm:spPr/>
      <dgm:t>
        <a:bodyPr/>
        <a:lstStyle/>
        <a:p>
          <a:r>
            <a:rPr lang="de-DE" dirty="0">
              <a:sym typeface="Wingdings" panose="05000000000000000000" pitchFamily="2" charset="2"/>
            </a:rPr>
            <a:t> Test d</a:t>
          </a:r>
          <a:r>
            <a:rPr lang="de-DE" dirty="0"/>
            <a:t>istributions close to the limits that might be passing but susceptible to generate yield losses in different testing setups</a:t>
          </a:r>
          <a:endParaRPr lang="en-US" dirty="0"/>
        </a:p>
      </dgm:t>
    </dgm:pt>
    <dgm:pt modelId="{EE6F6787-D45C-442F-AB1F-ED662C052EE0}" type="parTrans" cxnId="{1859EFC5-DD82-471E-9E83-1BE45AE615EE}">
      <dgm:prSet/>
      <dgm:spPr/>
      <dgm:t>
        <a:bodyPr/>
        <a:lstStyle/>
        <a:p>
          <a:endParaRPr lang="en-US"/>
        </a:p>
      </dgm:t>
    </dgm:pt>
    <dgm:pt modelId="{D731344C-E2FB-4D92-AFCC-BED7CC3CF599}" type="sibTrans" cxnId="{1859EFC5-DD82-471E-9E83-1BE45AE615EE}">
      <dgm:prSet/>
      <dgm:spPr/>
      <dgm:t>
        <a:bodyPr/>
        <a:lstStyle/>
        <a:p>
          <a:endParaRPr lang="en-US"/>
        </a:p>
      </dgm:t>
    </dgm:pt>
    <dgm:pt modelId="{07F0DE00-5A57-41B8-985D-DCDCF7C8619B}">
      <dgm:prSet phldrT="[Text]"/>
      <dgm:spPr/>
      <dgm:t>
        <a:bodyPr/>
        <a:lstStyle/>
        <a:p>
          <a:r>
            <a:rPr lang="de-DE" dirty="0"/>
            <a:t>Cpk high</a:t>
          </a:r>
          <a:endParaRPr lang="en-US" dirty="0"/>
        </a:p>
      </dgm:t>
    </dgm:pt>
    <dgm:pt modelId="{6F1315DD-E1F8-46FD-B4BB-388B2F19A3DB}" type="parTrans" cxnId="{755C12CF-E351-4A60-A74E-F04C961E0973}">
      <dgm:prSet/>
      <dgm:spPr/>
      <dgm:t>
        <a:bodyPr/>
        <a:lstStyle/>
        <a:p>
          <a:endParaRPr lang="en-US"/>
        </a:p>
      </dgm:t>
    </dgm:pt>
    <dgm:pt modelId="{8B50B7C1-3419-4E45-89CA-BD7293CF30B9}" type="sibTrans" cxnId="{755C12CF-E351-4A60-A74E-F04C961E0973}">
      <dgm:prSet/>
      <dgm:spPr/>
      <dgm:t>
        <a:bodyPr/>
        <a:lstStyle/>
        <a:p>
          <a:endParaRPr lang="en-US"/>
        </a:p>
      </dgm:t>
    </dgm:pt>
    <dgm:pt modelId="{17BE337A-D15E-4BFD-A6D1-6859555CD2B1}">
      <dgm:prSet phldrT="[Text]"/>
      <dgm:spPr/>
      <dgm:t>
        <a:bodyPr/>
        <a:lstStyle/>
        <a:p>
          <a:r>
            <a:rPr lang="de-DE" dirty="0"/>
            <a:t>Detect all tests having a </a:t>
          </a:r>
          <a:r>
            <a:rPr lang="de-DE" b="1" dirty="0"/>
            <a:t>Cpk &gt; 20</a:t>
          </a:r>
          <a:endParaRPr lang="en-US" b="1" dirty="0"/>
        </a:p>
      </dgm:t>
    </dgm:pt>
    <dgm:pt modelId="{F18B7A59-4AC5-4916-A541-9444A79C9F58}" type="parTrans" cxnId="{1595B79A-D991-4092-B940-CA3280315AF0}">
      <dgm:prSet/>
      <dgm:spPr/>
      <dgm:t>
        <a:bodyPr/>
        <a:lstStyle/>
        <a:p>
          <a:endParaRPr lang="en-US"/>
        </a:p>
      </dgm:t>
    </dgm:pt>
    <dgm:pt modelId="{3B77235B-D62E-48D2-96AC-0183F8594EAA}" type="sibTrans" cxnId="{1595B79A-D991-4092-B940-CA3280315AF0}">
      <dgm:prSet/>
      <dgm:spPr/>
      <dgm:t>
        <a:bodyPr/>
        <a:lstStyle/>
        <a:p>
          <a:endParaRPr lang="en-US"/>
        </a:p>
      </dgm:t>
    </dgm:pt>
    <dgm:pt modelId="{28666C34-2639-47B4-B995-8F16174CA678}">
      <dgm:prSet phldrT="[Text]"/>
      <dgm:spPr/>
      <dgm:t>
        <a:bodyPr/>
        <a:lstStyle/>
        <a:p>
          <a:r>
            <a:rPr lang="de-DE" dirty="0">
              <a:sym typeface="Wingdings" panose="05000000000000000000" pitchFamily="2" charset="2"/>
            </a:rPr>
            <a:t> T</a:t>
          </a:r>
          <a:r>
            <a:rPr lang="de-DE" dirty="0"/>
            <a:t>ests having too wide limits, which degrade the coverage quality especially for </a:t>
          </a:r>
          <a:r>
            <a:rPr lang="de-DE" b="1" dirty="0"/>
            <a:t>non-monitoring</a:t>
          </a:r>
          <a:r>
            <a:rPr lang="de-DE" dirty="0"/>
            <a:t> tests</a:t>
          </a:r>
          <a:endParaRPr lang="en-US" dirty="0"/>
        </a:p>
      </dgm:t>
    </dgm:pt>
    <dgm:pt modelId="{4363C192-10EE-4C0D-9983-F7A9D324F991}" type="parTrans" cxnId="{F60024C9-9397-4AD2-9721-9002DEB89A05}">
      <dgm:prSet/>
      <dgm:spPr/>
      <dgm:t>
        <a:bodyPr/>
        <a:lstStyle/>
        <a:p>
          <a:endParaRPr lang="en-US"/>
        </a:p>
      </dgm:t>
    </dgm:pt>
    <dgm:pt modelId="{4E580367-76DA-49AB-910E-3DDDBF001DBC}" type="sibTrans" cxnId="{F60024C9-9397-4AD2-9721-9002DEB89A05}">
      <dgm:prSet/>
      <dgm:spPr/>
      <dgm:t>
        <a:bodyPr/>
        <a:lstStyle/>
        <a:p>
          <a:endParaRPr lang="en-US"/>
        </a:p>
      </dgm:t>
    </dgm:pt>
    <dgm:pt modelId="{893D5F30-4C59-4AC6-B2C1-4BF11435772C}">
      <dgm:prSet phldrT="[Text]"/>
      <dgm:spPr/>
      <dgm:t>
        <a:bodyPr/>
        <a:lstStyle/>
        <a:p>
          <a:r>
            <a:rPr lang="de-DE" dirty="0"/>
            <a:t>Site-to-site deltas</a:t>
          </a:r>
          <a:endParaRPr lang="en-US" dirty="0"/>
        </a:p>
      </dgm:t>
    </dgm:pt>
    <dgm:pt modelId="{0E750742-D414-4EAA-8387-464EBCCB0D9F}" type="parTrans" cxnId="{B958E0A0-CFF4-46A1-B1ED-A3F3D7E6CF06}">
      <dgm:prSet/>
      <dgm:spPr/>
      <dgm:t>
        <a:bodyPr/>
        <a:lstStyle/>
        <a:p>
          <a:endParaRPr lang="en-US"/>
        </a:p>
      </dgm:t>
    </dgm:pt>
    <dgm:pt modelId="{018E05B9-F717-4AE0-BF31-E2A897D16549}" type="sibTrans" cxnId="{B958E0A0-CFF4-46A1-B1ED-A3F3D7E6CF06}">
      <dgm:prSet/>
      <dgm:spPr/>
      <dgm:t>
        <a:bodyPr/>
        <a:lstStyle/>
        <a:p>
          <a:endParaRPr lang="en-US"/>
        </a:p>
      </dgm:t>
    </dgm:pt>
    <dgm:pt modelId="{A3DA549F-AACC-43E4-A75F-1CE00FA2D6CB}">
      <dgm:prSet phldrT="[Text]"/>
      <dgm:spPr/>
      <dgm:t>
        <a:bodyPr/>
        <a:lstStyle/>
        <a:p>
          <a:r>
            <a:rPr lang="de-DE" dirty="0"/>
            <a:t>Multimodality</a:t>
          </a:r>
          <a:endParaRPr lang="en-US" dirty="0"/>
        </a:p>
      </dgm:t>
    </dgm:pt>
    <dgm:pt modelId="{5EE922D3-903F-422A-A8FC-E89BDF4D7E9C}" type="parTrans" cxnId="{16204427-FDE2-4439-BA56-0CCFDCDFF88D}">
      <dgm:prSet/>
      <dgm:spPr/>
      <dgm:t>
        <a:bodyPr/>
        <a:lstStyle/>
        <a:p>
          <a:endParaRPr lang="en-US"/>
        </a:p>
      </dgm:t>
    </dgm:pt>
    <dgm:pt modelId="{1C8E8CB2-0C23-4A39-B619-D3AD37A45500}" type="sibTrans" cxnId="{16204427-FDE2-4439-BA56-0CCFDCDFF88D}">
      <dgm:prSet/>
      <dgm:spPr/>
      <dgm:t>
        <a:bodyPr/>
        <a:lstStyle/>
        <a:p>
          <a:endParaRPr lang="en-US"/>
        </a:p>
      </dgm:t>
    </dgm:pt>
    <dgm:pt modelId="{8347E0DD-0AC4-4155-ADD2-FEC244DF18F8}">
      <dgm:prSet phldrT="[Text]"/>
      <dgm:spPr/>
      <dgm:t>
        <a:bodyPr/>
        <a:lstStyle/>
        <a:p>
          <a:r>
            <a:rPr lang="de-DE" dirty="0"/>
            <a:t>Detect all tests showing site-to-site offset behavior</a:t>
          </a:r>
          <a:endParaRPr lang="en-US" dirty="0"/>
        </a:p>
      </dgm:t>
    </dgm:pt>
    <dgm:pt modelId="{51329116-1AF6-4F35-B0B4-70ED8F9ECEE8}" type="parTrans" cxnId="{6F840B43-1616-42BB-987B-4C72716B6788}">
      <dgm:prSet/>
      <dgm:spPr/>
      <dgm:t>
        <a:bodyPr/>
        <a:lstStyle/>
        <a:p>
          <a:endParaRPr lang="en-US"/>
        </a:p>
      </dgm:t>
    </dgm:pt>
    <dgm:pt modelId="{9403CD8D-51AC-4E57-8E22-357337ABCF32}" type="sibTrans" cxnId="{6F840B43-1616-42BB-987B-4C72716B6788}">
      <dgm:prSet/>
      <dgm:spPr/>
      <dgm:t>
        <a:bodyPr/>
        <a:lstStyle/>
        <a:p>
          <a:endParaRPr lang="en-US"/>
        </a:p>
      </dgm:t>
    </dgm:pt>
    <dgm:pt modelId="{B2D855A6-CAFA-4BF9-975A-E9506F100994}">
      <dgm:prSet phldrT="[Text]"/>
      <dgm:spPr/>
      <dgm:t>
        <a:bodyPr/>
        <a:lstStyle/>
        <a:p>
          <a:r>
            <a:rPr lang="de-DE" dirty="0"/>
            <a:t>Unique values</a:t>
          </a:r>
          <a:endParaRPr lang="en-US" dirty="0"/>
        </a:p>
      </dgm:t>
    </dgm:pt>
    <dgm:pt modelId="{918E8F92-F6AD-4610-A32A-20186FB3C65C}" type="parTrans" cxnId="{6C30F473-6193-4AED-9C9E-62D81B48F1A4}">
      <dgm:prSet/>
      <dgm:spPr/>
      <dgm:t>
        <a:bodyPr/>
        <a:lstStyle/>
        <a:p>
          <a:endParaRPr lang="en-US"/>
        </a:p>
      </dgm:t>
    </dgm:pt>
    <dgm:pt modelId="{576A496B-6E2D-4BBC-A5B4-73DF7DA39059}" type="sibTrans" cxnId="{6C30F473-6193-4AED-9C9E-62D81B48F1A4}">
      <dgm:prSet/>
      <dgm:spPr/>
      <dgm:t>
        <a:bodyPr/>
        <a:lstStyle/>
        <a:p>
          <a:endParaRPr lang="en-US"/>
        </a:p>
      </dgm:t>
    </dgm:pt>
    <dgm:pt modelId="{524DF61E-4D33-4606-A94F-28E5085BF869}">
      <dgm:prSet phldrT="[Text]"/>
      <dgm:spPr/>
      <dgm:t>
        <a:bodyPr/>
        <a:lstStyle/>
        <a:p>
          <a:r>
            <a:rPr lang="de-DE" dirty="0"/>
            <a:t>Skewness</a:t>
          </a:r>
          <a:endParaRPr lang="en-US" dirty="0"/>
        </a:p>
      </dgm:t>
    </dgm:pt>
    <dgm:pt modelId="{9037F2DF-3440-4D2E-8829-B66055F843E0}" type="parTrans" cxnId="{34CFEC06-B930-4DC8-9338-5B895F46FDC4}">
      <dgm:prSet/>
      <dgm:spPr/>
      <dgm:t>
        <a:bodyPr/>
        <a:lstStyle/>
        <a:p>
          <a:endParaRPr lang="en-US"/>
        </a:p>
      </dgm:t>
    </dgm:pt>
    <dgm:pt modelId="{9765B72A-61A1-4BE5-9383-346EB10D2659}" type="sibTrans" cxnId="{34CFEC06-B930-4DC8-9338-5B895F46FDC4}">
      <dgm:prSet/>
      <dgm:spPr/>
      <dgm:t>
        <a:bodyPr/>
        <a:lstStyle/>
        <a:p>
          <a:endParaRPr lang="en-US"/>
        </a:p>
      </dgm:t>
    </dgm:pt>
    <dgm:pt modelId="{E308AC89-7681-44AA-9D15-1EFE51DF1AEA}">
      <dgm:prSet phldrT="[Text]"/>
      <dgm:spPr/>
      <dgm:t>
        <a:bodyPr/>
        <a:lstStyle/>
        <a:p>
          <a:r>
            <a:rPr lang="de-DE" dirty="0"/>
            <a:t>Detect all tests </a:t>
          </a:r>
          <a:r>
            <a:rPr lang="de-DE" b="1" dirty="0"/>
            <a:t>(analog only) </a:t>
          </a:r>
          <a:r>
            <a:rPr lang="de-DE" dirty="0"/>
            <a:t>having fixed </a:t>
          </a:r>
          <a:r>
            <a:rPr lang="de-DE" b="1" dirty="0"/>
            <a:t>(&lt; 10)</a:t>
          </a:r>
          <a:r>
            <a:rPr lang="de-DE" dirty="0"/>
            <a:t> test results</a:t>
          </a:r>
          <a:endParaRPr lang="en-US" dirty="0"/>
        </a:p>
      </dgm:t>
    </dgm:pt>
    <dgm:pt modelId="{3D3B03F8-37AF-4A4A-A516-E71AA6E91E1F}" type="parTrans" cxnId="{4F8D4EA1-BAC7-4B77-909B-A3F2B955ED0E}">
      <dgm:prSet/>
      <dgm:spPr/>
      <dgm:t>
        <a:bodyPr/>
        <a:lstStyle/>
        <a:p>
          <a:endParaRPr lang="en-US"/>
        </a:p>
      </dgm:t>
    </dgm:pt>
    <dgm:pt modelId="{522C9E48-973E-4461-8DD6-2013EAEF4386}" type="sibTrans" cxnId="{4F8D4EA1-BAC7-4B77-909B-A3F2B955ED0E}">
      <dgm:prSet/>
      <dgm:spPr/>
      <dgm:t>
        <a:bodyPr/>
        <a:lstStyle/>
        <a:p>
          <a:endParaRPr lang="en-US"/>
        </a:p>
      </dgm:t>
    </dgm:pt>
    <dgm:pt modelId="{7344E99D-4D7F-48D7-AD9F-C64F082DFA2B}">
      <dgm:prSet phldrT="[Text]"/>
      <dgm:spPr/>
      <dgm:t>
        <a:bodyPr/>
        <a:lstStyle/>
        <a:p>
          <a:r>
            <a:rPr lang="de-DE" dirty="0"/>
            <a:t>Detect all tests </a:t>
          </a:r>
          <a:r>
            <a:rPr lang="de-DE" b="1" dirty="0"/>
            <a:t>(analog only)</a:t>
          </a:r>
          <a:r>
            <a:rPr lang="de-DE" dirty="0"/>
            <a:t> having double or more distributions</a:t>
          </a:r>
          <a:endParaRPr lang="en-US" dirty="0"/>
        </a:p>
      </dgm:t>
    </dgm:pt>
    <dgm:pt modelId="{1A5BD7A1-5EFC-4ACC-ACD7-9A475C273A6F}" type="parTrans" cxnId="{FDBB2B59-7D23-4D5C-90AA-4AD382CB2D95}">
      <dgm:prSet/>
      <dgm:spPr/>
      <dgm:t>
        <a:bodyPr/>
        <a:lstStyle/>
        <a:p>
          <a:endParaRPr lang="en-US"/>
        </a:p>
      </dgm:t>
    </dgm:pt>
    <dgm:pt modelId="{13649DF7-5E67-43A1-9874-31CB4DFFFE04}" type="sibTrans" cxnId="{FDBB2B59-7D23-4D5C-90AA-4AD382CB2D95}">
      <dgm:prSet/>
      <dgm:spPr/>
      <dgm:t>
        <a:bodyPr/>
        <a:lstStyle/>
        <a:p>
          <a:endParaRPr lang="en-US"/>
        </a:p>
      </dgm:t>
    </dgm:pt>
    <dgm:pt modelId="{D010B19D-643D-4D65-908A-213E87E65771}">
      <dgm:prSet phldrT="[Text]"/>
      <dgm:spPr/>
      <dgm:t>
        <a:bodyPr/>
        <a:lstStyle/>
        <a:p>
          <a:r>
            <a:rPr lang="de-DE" dirty="0"/>
            <a:t>Detect all tests having „tails“ in the distribution</a:t>
          </a:r>
          <a:endParaRPr lang="en-US" dirty="0"/>
        </a:p>
      </dgm:t>
    </dgm:pt>
    <dgm:pt modelId="{DD986DE2-203E-4B75-8C52-92B9B6C46352}" type="parTrans" cxnId="{9ED874AA-C419-45EB-8E75-E1E7A219FF83}">
      <dgm:prSet/>
      <dgm:spPr/>
      <dgm:t>
        <a:bodyPr/>
        <a:lstStyle/>
        <a:p>
          <a:endParaRPr lang="en-US"/>
        </a:p>
      </dgm:t>
    </dgm:pt>
    <dgm:pt modelId="{1A3AD90E-76F8-4714-9E60-2CDDE2FFE326}" type="sibTrans" cxnId="{9ED874AA-C419-45EB-8E75-E1E7A219FF83}">
      <dgm:prSet/>
      <dgm:spPr/>
      <dgm:t>
        <a:bodyPr/>
        <a:lstStyle/>
        <a:p>
          <a:endParaRPr lang="en-US"/>
        </a:p>
      </dgm:t>
    </dgm:pt>
    <dgm:pt modelId="{1C9FF65C-757F-420A-9D41-DA2CD92E4DB4}">
      <dgm:prSet phldrT="[Text]"/>
      <dgm:spPr/>
      <dgm:t>
        <a:bodyPr/>
        <a:lstStyle/>
        <a:p>
          <a:r>
            <a:rPr lang="de-DE" dirty="0">
              <a:sym typeface="Wingdings" panose="05000000000000000000" pitchFamily="2" charset="2"/>
            </a:rPr>
            <a:t> </a:t>
          </a:r>
          <a:r>
            <a:rPr lang="de-DE" dirty="0"/>
            <a:t>Potential instrument quantization error, rounding or clipping errors, any other similar code issue ...</a:t>
          </a:r>
          <a:endParaRPr lang="en-US" dirty="0"/>
        </a:p>
      </dgm:t>
    </dgm:pt>
    <dgm:pt modelId="{34C75D47-2B9C-4E47-8B2A-2BC79BC55C4C}" type="parTrans" cxnId="{9BCD5C64-B0A1-4E83-9A03-2233B2731E97}">
      <dgm:prSet/>
      <dgm:spPr/>
      <dgm:t>
        <a:bodyPr/>
        <a:lstStyle/>
        <a:p>
          <a:endParaRPr lang="en-US"/>
        </a:p>
      </dgm:t>
    </dgm:pt>
    <dgm:pt modelId="{07E18A7B-6331-41E0-A41F-3149873E0058}" type="sibTrans" cxnId="{9BCD5C64-B0A1-4E83-9A03-2233B2731E97}">
      <dgm:prSet/>
      <dgm:spPr/>
      <dgm:t>
        <a:bodyPr/>
        <a:lstStyle/>
        <a:p>
          <a:endParaRPr lang="en-US"/>
        </a:p>
      </dgm:t>
    </dgm:pt>
    <dgm:pt modelId="{5D2AA4DC-9AEC-46DB-BB46-DCA70726D6BB}">
      <dgm:prSet phldrT="[Text]"/>
      <dgm:spPr/>
      <dgm:t>
        <a:bodyPr/>
        <a:lstStyle/>
        <a:p>
          <a:r>
            <a:rPr lang="de-DE" dirty="0">
              <a:sym typeface="Wingdings" panose="05000000000000000000" pitchFamily="2" charset="2"/>
            </a:rPr>
            <a:t> Most likely HW-related issue</a:t>
          </a:r>
          <a:endParaRPr lang="en-US" dirty="0"/>
        </a:p>
      </dgm:t>
    </dgm:pt>
    <dgm:pt modelId="{D402131E-BAF1-45C7-9E24-464D18E16EC2}" type="parTrans" cxnId="{DDDB4D93-6137-41BC-8EBB-CF62AC8F5208}">
      <dgm:prSet/>
      <dgm:spPr/>
      <dgm:t>
        <a:bodyPr/>
        <a:lstStyle/>
        <a:p>
          <a:endParaRPr lang="en-US"/>
        </a:p>
      </dgm:t>
    </dgm:pt>
    <dgm:pt modelId="{AC818636-CC27-4A18-A028-6300A7D3177D}" type="sibTrans" cxnId="{DDDB4D93-6137-41BC-8EBB-CF62AC8F5208}">
      <dgm:prSet/>
      <dgm:spPr/>
      <dgm:t>
        <a:bodyPr/>
        <a:lstStyle/>
        <a:p>
          <a:endParaRPr lang="en-US"/>
        </a:p>
      </dgm:t>
    </dgm:pt>
    <dgm:pt modelId="{26CF1E24-BBD1-4D03-9CCC-3AF13B2E1651}">
      <dgm:prSet phldrT="[Text]"/>
      <dgm:spPr/>
      <dgm:t>
        <a:bodyPr/>
        <a:lstStyle/>
        <a:p>
          <a:r>
            <a:rPr lang="de-DE" dirty="0">
              <a:sym typeface="Wingdings" panose="05000000000000000000" pitchFamily="2" charset="2"/>
            </a:rPr>
            <a:t> Potential instrument settling issues, heating effects, intermittent contact or relay behavior, process variation, ... etc</a:t>
          </a:r>
          <a:endParaRPr lang="en-US" dirty="0"/>
        </a:p>
      </dgm:t>
    </dgm:pt>
    <dgm:pt modelId="{BBD12FD5-DA3E-4913-8940-B38C9169B73D}" type="parTrans" cxnId="{A863BBAF-634B-4FA6-86E1-B6B9ED02F58E}">
      <dgm:prSet/>
      <dgm:spPr/>
      <dgm:t>
        <a:bodyPr/>
        <a:lstStyle/>
        <a:p>
          <a:endParaRPr lang="en-US"/>
        </a:p>
      </dgm:t>
    </dgm:pt>
    <dgm:pt modelId="{0ACA14CC-8BDE-40E9-B01B-A501662141E4}" type="sibTrans" cxnId="{A863BBAF-634B-4FA6-86E1-B6B9ED02F58E}">
      <dgm:prSet/>
      <dgm:spPr/>
      <dgm:t>
        <a:bodyPr/>
        <a:lstStyle/>
        <a:p>
          <a:endParaRPr lang="en-US"/>
        </a:p>
      </dgm:t>
    </dgm:pt>
    <dgm:pt modelId="{C26CA079-773A-4A68-9F18-7D95622B8C04}">
      <dgm:prSet phldrT="[Text]"/>
      <dgm:spPr/>
      <dgm:t>
        <a:bodyPr/>
        <a:lstStyle/>
        <a:p>
          <a:r>
            <a:rPr lang="de-DE" dirty="0">
              <a:sym typeface="Wingdings" panose="05000000000000000000" pitchFamily="2" charset="2"/>
            </a:rPr>
            <a:t> Mixed populations due to site-to-site offsets, process variation, ... etc</a:t>
          </a:r>
          <a:endParaRPr lang="en-US" dirty="0"/>
        </a:p>
      </dgm:t>
    </dgm:pt>
    <dgm:pt modelId="{1DAB8E45-4967-4299-B89E-BC0741AA1ED7}" type="parTrans" cxnId="{05C4F029-5C26-456A-BBE2-4116706101AC}">
      <dgm:prSet/>
      <dgm:spPr/>
      <dgm:t>
        <a:bodyPr/>
        <a:lstStyle/>
        <a:p>
          <a:endParaRPr lang="en-US"/>
        </a:p>
      </dgm:t>
    </dgm:pt>
    <dgm:pt modelId="{A7567024-A263-4327-A271-639C0B9C31E2}" type="sibTrans" cxnId="{05C4F029-5C26-456A-BBE2-4116706101AC}">
      <dgm:prSet/>
      <dgm:spPr/>
      <dgm:t>
        <a:bodyPr/>
        <a:lstStyle/>
        <a:p>
          <a:endParaRPr lang="en-US"/>
        </a:p>
      </dgm:t>
    </dgm:pt>
    <dgm:pt modelId="{FB635061-7CB3-418D-A2F1-4BB32C3293A6}" type="pres">
      <dgm:prSet presAssocID="{17066209-E76B-4495-8794-4BCF29A2F366}" presName="Name0" presStyleCnt="0">
        <dgm:presLayoutVars>
          <dgm:dir/>
          <dgm:animLvl val="lvl"/>
          <dgm:resizeHandles val="exact"/>
        </dgm:presLayoutVars>
      </dgm:prSet>
      <dgm:spPr/>
    </dgm:pt>
    <dgm:pt modelId="{BAFC54B9-05F4-484A-828D-BC5ADC93B72B}" type="pres">
      <dgm:prSet presAssocID="{70EDBB86-920A-418D-83D9-8AACB428A434}" presName="linNode" presStyleCnt="0"/>
      <dgm:spPr/>
    </dgm:pt>
    <dgm:pt modelId="{B1C74ADF-8F45-42A0-B61B-8BA2C63738EA}" type="pres">
      <dgm:prSet presAssocID="{70EDBB86-920A-418D-83D9-8AACB428A434}" presName="parentText" presStyleLbl="node1" presStyleIdx="0" presStyleCnt="7">
        <dgm:presLayoutVars>
          <dgm:chMax val="1"/>
          <dgm:bulletEnabled val="1"/>
        </dgm:presLayoutVars>
      </dgm:prSet>
      <dgm:spPr/>
    </dgm:pt>
    <dgm:pt modelId="{26964973-B946-4259-8242-0246697356BC}" type="pres">
      <dgm:prSet presAssocID="{70EDBB86-920A-418D-83D9-8AACB428A434}" presName="descendantText" presStyleLbl="alignAccFollowNode1" presStyleIdx="0" presStyleCnt="7">
        <dgm:presLayoutVars>
          <dgm:bulletEnabled val="1"/>
        </dgm:presLayoutVars>
      </dgm:prSet>
      <dgm:spPr/>
    </dgm:pt>
    <dgm:pt modelId="{C8D92A26-3514-429A-8E26-640FE216379C}" type="pres">
      <dgm:prSet presAssocID="{EA3A4E21-6004-4DF5-B432-27485C6F99D0}" presName="sp" presStyleCnt="0"/>
      <dgm:spPr/>
    </dgm:pt>
    <dgm:pt modelId="{236BCDE3-8A85-4304-B364-63BF1485A903}" type="pres">
      <dgm:prSet presAssocID="{38C9B97F-293B-4CAD-81F2-474B41E4D4F5}" presName="linNode" presStyleCnt="0"/>
      <dgm:spPr/>
    </dgm:pt>
    <dgm:pt modelId="{2007917D-0F22-467F-883D-E42913EE747E}" type="pres">
      <dgm:prSet presAssocID="{38C9B97F-293B-4CAD-81F2-474B41E4D4F5}" presName="parentText" presStyleLbl="node1" presStyleIdx="1" presStyleCnt="7">
        <dgm:presLayoutVars>
          <dgm:chMax val="1"/>
          <dgm:bulletEnabled val="1"/>
        </dgm:presLayoutVars>
      </dgm:prSet>
      <dgm:spPr/>
    </dgm:pt>
    <dgm:pt modelId="{C1D27A63-A010-4A59-AD29-7C1299DC31E9}" type="pres">
      <dgm:prSet presAssocID="{38C9B97F-293B-4CAD-81F2-474B41E4D4F5}" presName="descendantText" presStyleLbl="alignAccFollowNode1" presStyleIdx="1" presStyleCnt="7">
        <dgm:presLayoutVars>
          <dgm:bulletEnabled val="1"/>
        </dgm:presLayoutVars>
      </dgm:prSet>
      <dgm:spPr/>
    </dgm:pt>
    <dgm:pt modelId="{77DD106B-1D37-4605-8774-EF192528D376}" type="pres">
      <dgm:prSet presAssocID="{0DF9BCF8-3C80-4DCB-B5A6-812AF97A78F0}" presName="sp" presStyleCnt="0"/>
      <dgm:spPr/>
    </dgm:pt>
    <dgm:pt modelId="{01C4F2E4-F31D-4A24-9657-6862AAE5E58A}" type="pres">
      <dgm:prSet presAssocID="{07F0DE00-5A57-41B8-985D-DCDCF7C8619B}" presName="linNode" presStyleCnt="0"/>
      <dgm:spPr/>
    </dgm:pt>
    <dgm:pt modelId="{10B76C69-5F1F-47A4-A04C-810AD973A676}" type="pres">
      <dgm:prSet presAssocID="{07F0DE00-5A57-41B8-985D-DCDCF7C8619B}" presName="parentText" presStyleLbl="node1" presStyleIdx="2" presStyleCnt="7">
        <dgm:presLayoutVars>
          <dgm:chMax val="1"/>
          <dgm:bulletEnabled val="1"/>
        </dgm:presLayoutVars>
      </dgm:prSet>
      <dgm:spPr/>
    </dgm:pt>
    <dgm:pt modelId="{15CE0BDC-10A2-4D58-8F5F-48BCC19CC3DC}" type="pres">
      <dgm:prSet presAssocID="{07F0DE00-5A57-41B8-985D-DCDCF7C8619B}" presName="descendantText" presStyleLbl="alignAccFollowNode1" presStyleIdx="2" presStyleCnt="7">
        <dgm:presLayoutVars>
          <dgm:bulletEnabled val="1"/>
        </dgm:presLayoutVars>
      </dgm:prSet>
      <dgm:spPr/>
    </dgm:pt>
    <dgm:pt modelId="{6F0249C7-598F-4228-8D09-4A6B8DA087B8}" type="pres">
      <dgm:prSet presAssocID="{8B50B7C1-3419-4E45-89CA-BD7293CF30B9}" presName="sp" presStyleCnt="0"/>
      <dgm:spPr/>
    </dgm:pt>
    <dgm:pt modelId="{F9E1E9DA-4272-4E97-9B8F-85FD9E41B997}" type="pres">
      <dgm:prSet presAssocID="{893D5F30-4C59-4AC6-B2C1-4BF11435772C}" presName="linNode" presStyleCnt="0"/>
      <dgm:spPr/>
    </dgm:pt>
    <dgm:pt modelId="{B74A47C3-990B-4F84-A49D-968447E37E75}" type="pres">
      <dgm:prSet presAssocID="{893D5F30-4C59-4AC6-B2C1-4BF11435772C}" presName="parentText" presStyleLbl="node1" presStyleIdx="3" presStyleCnt="7">
        <dgm:presLayoutVars>
          <dgm:chMax val="1"/>
          <dgm:bulletEnabled val="1"/>
        </dgm:presLayoutVars>
      </dgm:prSet>
      <dgm:spPr/>
    </dgm:pt>
    <dgm:pt modelId="{9EED6072-CE6A-4EAD-A4D6-BBA564F817C1}" type="pres">
      <dgm:prSet presAssocID="{893D5F30-4C59-4AC6-B2C1-4BF11435772C}" presName="descendantText" presStyleLbl="alignAccFollowNode1" presStyleIdx="3" presStyleCnt="7">
        <dgm:presLayoutVars>
          <dgm:bulletEnabled val="1"/>
        </dgm:presLayoutVars>
      </dgm:prSet>
      <dgm:spPr/>
    </dgm:pt>
    <dgm:pt modelId="{846C27DC-4F88-4C1B-816D-18C08173E4CC}" type="pres">
      <dgm:prSet presAssocID="{018E05B9-F717-4AE0-BF31-E2A897D16549}" presName="sp" presStyleCnt="0"/>
      <dgm:spPr/>
    </dgm:pt>
    <dgm:pt modelId="{29EDE3AD-0DBA-45C3-A4C0-CC3919B554A3}" type="pres">
      <dgm:prSet presAssocID="{B2D855A6-CAFA-4BF9-975A-E9506F100994}" presName="linNode" presStyleCnt="0"/>
      <dgm:spPr/>
    </dgm:pt>
    <dgm:pt modelId="{C07A23A5-B5C7-43A5-84B0-239E5A32CCE8}" type="pres">
      <dgm:prSet presAssocID="{B2D855A6-CAFA-4BF9-975A-E9506F100994}" presName="parentText" presStyleLbl="node1" presStyleIdx="4" presStyleCnt="7">
        <dgm:presLayoutVars>
          <dgm:chMax val="1"/>
          <dgm:bulletEnabled val="1"/>
        </dgm:presLayoutVars>
      </dgm:prSet>
      <dgm:spPr/>
    </dgm:pt>
    <dgm:pt modelId="{CFC6CF9E-459C-4DE1-B624-F2CA7380BF19}" type="pres">
      <dgm:prSet presAssocID="{B2D855A6-CAFA-4BF9-975A-E9506F100994}" presName="descendantText" presStyleLbl="alignAccFollowNode1" presStyleIdx="4" presStyleCnt="7">
        <dgm:presLayoutVars>
          <dgm:bulletEnabled val="1"/>
        </dgm:presLayoutVars>
      </dgm:prSet>
      <dgm:spPr/>
    </dgm:pt>
    <dgm:pt modelId="{A30375CD-659F-42E3-9283-3D09ADEEA0F7}" type="pres">
      <dgm:prSet presAssocID="{576A496B-6E2D-4BBC-A5B4-73DF7DA39059}" presName="sp" presStyleCnt="0"/>
      <dgm:spPr/>
    </dgm:pt>
    <dgm:pt modelId="{470AFCEA-A396-4457-BC49-B8F307A1D3B1}" type="pres">
      <dgm:prSet presAssocID="{A3DA549F-AACC-43E4-A75F-1CE00FA2D6CB}" presName="linNode" presStyleCnt="0"/>
      <dgm:spPr/>
    </dgm:pt>
    <dgm:pt modelId="{F1720DEE-FBD5-4CAE-88C6-6F23039B7FD7}" type="pres">
      <dgm:prSet presAssocID="{A3DA549F-AACC-43E4-A75F-1CE00FA2D6CB}" presName="parentText" presStyleLbl="node1" presStyleIdx="5" presStyleCnt="7">
        <dgm:presLayoutVars>
          <dgm:chMax val="1"/>
          <dgm:bulletEnabled val="1"/>
        </dgm:presLayoutVars>
      </dgm:prSet>
      <dgm:spPr/>
    </dgm:pt>
    <dgm:pt modelId="{C19819B9-2184-4B17-B186-DA304551B081}" type="pres">
      <dgm:prSet presAssocID="{A3DA549F-AACC-43E4-A75F-1CE00FA2D6CB}" presName="descendantText" presStyleLbl="alignAccFollowNode1" presStyleIdx="5" presStyleCnt="7">
        <dgm:presLayoutVars>
          <dgm:bulletEnabled val="1"/>
        </dgm:presLayoutVars>
      </dgm:prSet>
      <dgm:spPr/>
    </dgm:pt>
    <dgm:pt modelId="{B269E3C7-9587-430F-A808-20F04BF62376}" type="pres">
      <dgm:prSet presAssocID="{1C8E8CB2-0C23-4A39-B619-D3AD37A45500}" presName="sp" presStyleCnt="0"/>
      <dgm:spPr/>
    </dgm:pt>
    <dgm:pt modelId="{6CBCEA36-4D17-4D63-915C-2107474BE366}" type="pres">
      <dgm:prSet presAssocID="{524DF61E-4D33-4606-A94F-28E5085BF869}" presName="linNode" presStyleCnt="0"/>
      <dgm:spPr/>
    </dgm:pt>
    <dgm:pt modelId="{4F97E081-78A5-4332-BB87-E02A66D2D741}" type="pres">
      <dgm:prSet presAssocID="{524DF61E-4D33-4606-A94F-28E5085BF869}" presName="parentText" presStyleLbl="node1" presStyleIdx="6" presStyleCnt="7">
        <dgm:presLayoutVars>
          <dgm:chMax val="1"/>
          <dgm:bulletEnabled val="1"/>
        </dgm:presLayoutVars>
      </dgm:prSet>
      <dgm:spPr/>
    </dgm:pt>
    <dgm:pt modelId="{CC78ED2A-2324-4031-8E22-1CA37F05E500}" type="pres">
      <dgm:prSet presAssocID="{524DF61E-4D33-4606-A94F-28E5085BF869}" presName="descendantText" presStyleLbl="alignAccFollowNode1" presStyleIdx="6" presStyleCnt="7">
        <dgm:presLayoutVars>
          <dgm:bulletEnabled val="1"/>
        </dgm:presLayoutVars>
      </dgm:prSet>
      <dgm:spPr/>
    </dgm:pt>
  </dgm:ptLst>
  <dgm:cxnLst>
    <dgm:cxn modelId="{34CFEC06-B930-4DC8-9338-5B895F46FDC4}" srcId="{17066209-E76B-4495-8794-4BCF29A2F366}" destId="{524DF61E-4D33-4606-A94F-28E5085BF869}" srcOrd="6" destOrd="0" parTransId="{9037F2DF-3440-4D2E-8829-B66055F843E0}" sibTransId="{9765B72A-61A1-4BE5-9383-346EB10D2659}"/>
    <dgm:cxn modelId="{803BA612-28B1-4F28-AF11-0A27DA50307B}" type="presOf" srcId="{B2D855A6-CAFA-4BF9-975A-E9506F100994}" destId="{C07A23A5-B5C7-43A5-84B0-239E5A32CCE8}" srcOrd="0" destOrd="0" presId="urn:microsoft.com/office/officeart/2005/8/layout/vList5"/>
    <dgm:cxn modelId="{16204427-FDE2-4439-BA56-0CCFDCDFF88D}" srcId="{17066209-E76B-4495-8794-4BCF29A2F366}" destId="{A3DA549F-AACC-43E4-A75F-1CE00FA2D6CB}" srcOrd="5" destOrd="0" parTransId="{5EE922D3-903F-422A-A8FC-E89BDF4D7E9C}" sibTransId="{1C8E8CB2-0C23-4A39-B619-D3AD37A45500}"/>
    <dgm:cxn modelId="{05C4F029-5C26-456A-BBE2-4116706101AC}" srcId="{A3DA549F-AACC-43E4-A75F-1CE00FA2D6CB}" destId="{C26CA079-773A-4A68-9F18-7D95622B8C04}" srcOrd="1" destOrd="0" parTransId="{1DAB8E45-4967-4299-B89E-BC0741AA1ED7}" sibTransId="{A7567024-A263-4327-A271-639C0B9C31E2}"/>
    <dgm:cxn modelId="{D904F733-8567-4652-89B7-8B676DE97D9A}" type="presOf" srcId="{26CF1E24-BBD1-4D03-9CCC-3AF13B2E1651}" destId="{CC78ED2A-2324-4031-8E22-1CA37F05E500}" srcOrd="0" destOrd="1" presId="urn:microsoft.com/office/officeart/2005/8/layout/vList5"/>
    <dgm:cxn modelId="{1012F237-6A29-46CC-ABBB-59E46BCBFE7F}" type="presOf" srcId="{8365D3A6-594C-47B9-A980-E38658442680}" destId="{C1D27A63-A010-4A59-AD29-7C1299DC31E9}" srcOrd="0" destOrd="1" presId="urn:microsoft.com/office/officeart/2005/8/layout/vList5"/>
    <dgm:cxn modelId="{C10DEF5E-924E-40AD-AC9B-D049D1BE7F2B}" type="presOf" srcId="{770D23C3-C803-462B-9F5E-A95911689AF7}" destId="{C1D27A63-A010-4A59-AD29-7C1299DC31E9}" srcOrd="0" destOrd="0" presId="urn:microsoft.com/office/officeart/2005/8/layout/vList5"/>
    <dgm:cxn modelId="{2D04E262-E516-482D-8022-64FD09C804BD}" type="presOf" srcId="{17BE337A-D15E-4BFD-A6D1-6859555CD2B1}" destId="{15CE0BDC-10A2-4D58-8F5F-48BCC19CC3DC}" srcOrd="0" destOrd="0" presId="urn:microsoft.com/office/officeart/2005/8/layout/vList5"/>
    <dgm:cxn modelId="{46C30443-AB3F-4202-88DD-741B89A71079}" type="presOf" srcId="{A3DA549F-AACC-43E4-A75F-1CE00FA2D6CB}" destId="{F1720DEE-FBD5-4CAE-88C6-6F23039B7FD7}" srcOrd="0" destOrd="0" presId="urn:microsoft.com/office/officeart/2005/8/layout/vList5"/>
    <dgm:cxn modelId="{6F840B43-1616-42BB-987B-4C72716B6788}" srcId="{893D5F30-4C59-4AC6-B2C1-4BF11435772C}" destId="{8347E0DD-0AC4-4155-ADD2-FEC244DF18F8}" srcOrd="0" destOrd="0" parTransId="{51329116-1AF6-4F35-B0B4-70ED8F9ECEE8}" sibTransId="{9403CD8D-51AC-4E57-8E22-357337ABCF32}"/>
    <dgm:cxn modelId="{FEBA2264-5F00-4B0E-BE62-12B901915F93}" type="presOf" srcId="{07F0DE00-5A57-41B8-985D-DCDCF7C8619B}" destId="{10B76C69-5F1F-47A4-A04C-810AD973A676}" srcOrd="0" destOrd="0" presId="urn:microsoft.com/office/officeart/2005/8/layout/vList5"/>
    <dgm:cxn modelId="{9BCD5C64-B0A1-4E83-9A03-2233B2731E97}" srcId="{B2D855A6-CAFA-4BF9-975A-E9506F100994}" destId="{1C9FF65C-757F-420A-9D41-DA2CD92E4DB4}" srcOrd="1" destOrd="0" parTransId="{34C75D47-2B9C-4E47-8B2A-2BC79BC55C4C}" sibTransId="{07E18A7B-6331-41E0-A41F-3149873E0058}"/>
    <dgm:cxn modelId="{7A603B6A-1006-4781-BAD4-FA07B5B10D45}" srcId="{70EDBB86-920A-418D-83D9-8AACB428A434}" destId="{7669DC3F-EC41-4A4D-BF90-C073CE93A651}" srcOrd="0" destOrd="0" parTransId="{FDDD31D4-8E8D-47D7-B1E2-4982F0082C13}" sibTransId="{9E7C6C7F-B9CC-4E6F-8AFC-3CE03F46DBEC}"/>
    <dgm:cxn modelId="{645A594D-BF79-4CF4-A6B7-EABD8A9CC76F}" type="presOf" srcId="{7669DC3F-EC41-4A4D-BF90-C073CE93A651}" destId="{26964973-B946-4259-8242-0246697356BC}" srcOrd="0" destOrd="0" presId="urn:microsoft.com/office/officeart/2005/8/layout/vList5"/>
    <dgm:cxn modelId="{7F94136E-4233-4C24-AA77-C86C71A04006}" srcId="{38C9B97F-293B-4CAD-81F2-474B41E4D4F5}" destId="{770D23C3-C803-462B-9F5E-A95911689AF7}" srcOrd="0" destOrd="0" parTransId="{60A34830-F2A5-422A-B007-C5C1A41ED4FC}" sibTransId="{1CDDE259-20F8-4586-9DCE-E42E9A26D92E}"/>
    <dgm:cxn modelId="{23C5B76E-E943-42C3-809D-2048D11BE783}" type="presOf" srcId="{28666C34-2639-47B4-B995-8F16174CA678}" destId="{15CE0BDC-10A2-4D58-8F5F-48BCC19CC3DC}" srcOrd="0" destOrd="1" presId="urn:microsoft.com/office/officeart/2005/8/layout/vList5"/>
    <dgm:cxn modelId="{6C30F473-6193-4AED-9C9E-62D81B48F1A4}" srcId="{17066209-E76B-4495-8794-4BCF29A2F366}" destId="{B2D855A6-CAFA-4BF9-975A-E9506F100994}" srcOrd="4" destOrd="0" parTransId="{918E8F92-F6AD-4610-A32A-20186FB3C65C}" sibTransId="{576A496B-6E2D-4BBC-A5B4-73DF7DA39059}"/>
    <dgm:cxn modelId="{FDBB2B59-7D23-4D5C-90AA-4AD382CB2D95}" srcId="{A3DA549F-AACC-43E4-A75F-1CE00FA2D6CB}" destId="{7344E99D-4D7F-48D7-AD9F-C64F082DFA2B}" srcOrd="0" destOrd="0" parTransId="{1A5BD7A1-5EFC-4ACC-ACD7-9A475C273A6F}" sibTransId="{13649DF7-5E67-43A1-9874-31CB4DFFFE04}"/>
    <dgm:cxn modelId="{AB69AA59-1D85-4B73-86E8-DB813FE960EF}" type="presOf" srcId="{7344E99D-4D7F-48D7-AD9F-C64F082DFA2B}" destId="{C19819B9-2184-4B17-B186-DA304551B081}" srcOrd="0" destOrd="0" presId="urn:microsoft.com/office/officeart/2005/8/layout/vList5"/>
    <dgm:cxn modelId="{99F4297D-811E-46F9-8632-56E335D94909}" type="presOf" srcId="{E308AC89-7681-44AA-9D15-1EFE51DF1AEA}" destId="{CFC6CF9E-459C-4DE1-B624-F2CA7380BF19}" srcOrd="0" destOrd="0" presId="urn:microsoft.com/office/officeart/2005/8/layout/vList5"/>
    <dgm:cxn modelId="{EFCC9583-BE42-4D67-A044-9B12ADED23D6}" type="presOf" srcId="{8347E0DD-0AC4-4155-ADD2-FEC244DF18F8}" destId="{9EED6072-CE6A-4EAD-A4D6-BBA564F817C1}" srcOrd="0" destOrd="0" presId="urn:microsoft.com/office/officeart/2005/8/layout/vList5"/>
    <dgm:cxn modelId="{57D85F85-85D9-4240-A23D-E4A10815DE62}" type="presOf" srcId="{893D5F30-4C59-4AC6-B2C1-4BF11435772C}" destId="{B74A47C3-990B-4F84-A49D-968447E37E75}" srcOrd="0" destOrd="0" presId="urn:microsoft.com/office/officeart/2005/8/layout/vList5"/>
    <dgm:cxn modelId="{DDDB4D93-6137-41BC-8EBB-CF62AC8F5208}" srcId="{893D5F30-4C59-4AC6-B2C1-4BF11435772C}" destId="{5D2AA4DC-9AEC-46DB-BB46-DCA70726D6BB}" srcOrd="1" destOrd="0" parTransId="{D402131E-BAF1-45C7-9E24-464D18E16EC2}" sibTransId="{AC818636-CC27-4A18-A028-6300A7D3177D}"/>
    <dgm:cxn modelId="{9CFBF898-7E28-4065-AB2F-953321A50A84}" type="presOf" srcId="{17066209-E76B-4495-8794-4BCF29A2F366}" destId="{FB635061-7CB3-418D-A2F1-4BB32C3293A6}" srcOrd="0" destOrd="0" presId="urn:microsoft.com/office/officeart/2005/8/layout/vList5"/>
    <dgm:cxn modelId="{1595B79A-D991-4092-B940-CA3280315AF0}" srcId="{07F0DE00-5A57-41B8-985D-DCDCF7C8619B}" destId="{17BE337A-D15E-4BFD-A6D1-6859555CD2B1}" srcOrd="0" destOrd="0" parTransId="{F18B7A59-4AC5-4916-A541-9444A79C9F58}" sibTransId="{3B77235B-D62E-48D2-96AC-0183F8594EAA}"/>
    <dgm:cxn modelId="{B958E0A0-CFF4-46A1-B1ED-A3F3D7E6CF06}" srcId="{17066209-E76B-4495-8794-4BCF29A2F366}" destId="{893D5F30-4C59-4AC6-B2C1-4BF11435772C}" srcOrd="3" destOrd="0" parTransId="{0E750742-D414-4EAA-8387-464EBCCB0D9F}" sibTransId="{018E05B9-F717-4AE0-BF31-E2A897D16549}"/>
    <dgm:cxn modelId="{4F8D4EA1-BAC7-4B77-909B-A3F2B955ED0E}" srcId="{B2D855A6-CAFA-4BF9-975A-E9506F100994}" destId="{E308AC89-7681-44AA-9D15-1EFE51DF1AEA}" srcOrd="0" destOrd="0" parTransId="{3D3B03F8-37AF-4A4A-A516-E71AA6E91E1F}" sibTransId="{522C9E48-973E-4461-8DD6-2013EAEF4386}"/>
    <dgm:cxn modelId="{9ED874AA-C419-45EB-8E75-E1E7A219FF83}" srcId="{524DF61E-4D33-4606-A94F-28E5085BF869}" destId="{D010B19D-643D-4D65-908A-213E87E65771}" srcOrd="0" destOrd="0" parTransId="{DD986DE2-203E-4B75-8C52-92B9B6C46352}" sibTransId="{1A3AD90E-76F8-4714-9E60-2CDDE2FFE326}"/>
    <dgm:cxn modelId="{ED8B33AC-BC01-4458-8C63-32B54BE7EDD7}" srcId="{17066209-E76B-4495-8794-4BCF29A2F366}" destId="{70EDBB86-920A-418D-83D9-8AACB428A434}" srcOrd="0" destOrd="0" parTransId="{050CB969-799F-4959-B259-D16E90D01231}" sibTransId="{EA3A4E21-6004-4DF5-B432-27485C6F99D0}"/>
    <dgm:cxn modelId="{A863BBAF-634B-4FA6-86E1-B6B9ED02F58E}" srcId="{524DF61E-4D33-4606-A94F-28E5085BF869}" destId="{26CF1E24-BBD1-4D03-9CCC-3AF13B2E1651}" srcOrd="1" destOrd="0" parTransId="{BBD12FD5-DA3E-4913-8940-B38C9169B73D}" sibTransId="{0ACA14CC-8BDE-40E9-B01B-A501662141E4}"/>
    <dgm:cxn modelId="{C01C9CB7-B9E7-4B3D-BE70-66CC0CB66E92}" type="presOf" srcId="{524DF61E-4D33-4606-A94F-28E5085BF869}" destId="{4F97E081-78A5-4332-BB87-E02A66D2D741}" srcOrd="0" destOrd="0" presId="urn:microsoft.com/office/officeart/2005/8/layout/vList5"/>
    <dgm:cxn modelId="{E9E12CB8-16A0-401B-89C6-6269E224E956}" type="presOf" srcId="{70EDBB86-920A-418D-83D9-8AACB428A434}" destId="{B1C74ADF-8F45-42A0-B61B-8BA2C63738EA}" srcOrd="0" destOrd="0" presId="urn:microsoft.com/office/officeart/2005/8/layout/vList5"/>
    <dgm:cxn modelId="{1859EFC5-DD82-471E-9E83-1BE45AE615EE}" srcId="{38C9B97F-293B-4CAD-81F2-474B41E4D4F5}" destId="{8365D3A6-594C-47B9-A980-E38658442680}" srcOrd="1" destOrd="0" parTransId="{EE6F6787-D45C-442F-AB1F-ED662C052EE0}" sibTransId="{D731344C-E2FB-4D92-AFCC-BED7CC3CF599}"/>
    <dgm:cxn modelId="{F60024C9-9397-4AD2-9721-9002DEB89A05}" srcId="{07F0DE00-5A57-41B8-985D-DCDCF7C8619B}" destId="{28666C34-2639-47B4-B995-8F16174CA678}" srcOrd="1" destOrd="0" parTransId="{4363C192-10EE-4C0D-9983-F7A9D324F991}" sibTransId="{4E580367-76DA-49AB-910E-3DDDBF001DBC}"/>
    <dgm:cxn modelId="{755C12CF-E351-4A60-A74E-F04C961E0973}" srcId="{17066209-E76B-4495-8794-4BCF29A2F366}" destId="{07F0DE00-5A57-41B8-985D-DCDCF7C8619B}" srcOrd="2" destOrd="0" parTransId="{6F1315DD-E1F8-46FD-B4BB-388B2F19A3DB}" sibTransId="{8B50B7C1-3419-4E45-89CA-BD7293CF30B9}"/>
    <dgm:cxn modelId="{AAF535D5-D04E-48D1-B049-0EAC53B66EED}" type="presOf" srcId="{38C9B97F-293B-4CAD-81F2-474B41E4D4F5}" destId="{2007917D-0F22-467F-883D-E42913EE747E}" srcOrd="0" destOrd="0" presId="urn:microsoft.com/office/officeart/2005/8/layout/vList5"/>
    <dgm:cxn modelId="{6C1288D9-968A-42C2-B4AC-53768025E3E3}" type="presOf" srcId="{D010B19D-643D-4D65-908A-213E87E65771}" destId="{CC78ED2A-2324-4031-8E22-1CA37F05E500}" srcOrd="0" destOrd="0" presId="urn:microsoft.com/office/officeart/2005/8/layout/vList5"/>
    <dgm:cxn modelId="{03C9CCDF-7559-4AE9-9F64-DD8810A62CC2}" type="presOf" srcId="{C26CA079-773A-4A68-9F18-7D95622B8C04}" destId="{C19819B9-2184-4B17-B186-DA304551B081}" srcOrd="0" destOrd="1" presId="urn:microsoft.com/office/officeart/2005/8/layout/vList5"/>
    <dgm:cxn modelId="{FC173BEC-E6D5-4CC8-954A-B119C8099280}" type="presOf" srcId="{5D2AA4DC-9AEC-46DB-BB46-DCA70726D6BB}" destId="{9EED6072-CE6A-4EAD-A4D6-BBA564F817C1}" srcOrd="0" destOrd="1" presId="urn:microsoft.com/office/officeart/2005/8/layout/vList5"/>
    <dgm:cxn modelId="{4D560EFD-2079-4494-A049-C70FA25278AC}" srcId="{17066209-E76B-4495-8794-4BCF29A2F366}" destId="{38C9B97F-293B-4CAD-81F2-474B41E4D4F5}" srcOrd="1" destOrd="0" parTransId="{65138E8B-FDF2-40F9-8456-A571D6E30EDC}" sibTransId="{0DF9BCF8-3C80-4DCB-B5A6-812AF97A78F0}"/>
    <dgm:cxn modelId="{CCD328FE-DFFC-4761-B253-2D575606FD69}" type="presOf" srcId="{1C9FF65C-757F-420A-9D41-DA2CD92E4DB4}" destId="{CFC6CF9E-459C-4DE1-B624-F2CA7380BF19}" srcOrd="0" destOrd="1" presId="urn:microsoft.com/office/officeart/2005/8/layout/vList5"/>
    <dgm:cxn modelId="{8D7CFFF6-5BAD-4D78-AB51-3DD9699E02EE}" type="presParOf" srcId="{FB635061-7CB3-418D-A2F1-4BB32C3293A6}" destId="{BAFC54B9-05F4-484A-828D-BC5ADC93B72B}" srcOrd="0" destOrd="0" presId="urn:microsoft.com/office/officeart/2005/8/layout/vList5"/>
    <dgm:cxn modelId="{92F11379-CF6E-49A4-A394-32BEBC435E0D}" type="presParOf" srcId="{BAFC54B9-05F4-484A-828D-BC5ADC93B72B}" destId="{B1C74ADF-8F45-42A0-B61B-8BA2C63738EA}" srcOrd="0" destOrd="0" presId="urn:microsoft.com/office/officeart/2005/8/layout/vList5"/>
    <dgm:cxn modelId="{9C7ABA3B-3C31-49AA-A7E3-A4DC3931CE4D}" type="presParOf" srcId="{BAFC54B9-05F4-484A-828D-BC5ADC93B72B}" destId="{26964973-B946-4259-8242-0246697356BC}" srcOrd="1" destOrd="0" presId="urn:microsoft.com/office/officeart/2005/8/layout/vList5"/>
    <dgm:cxn modelId="{3B3118DF-3E7A-4CB4-A6FD-657AF6520EBF}" type="presParOf" srcId="{FB635061-7CB3-418D-A2F1-4BB32C3293A6}" destId="{C8D92A26-3514-429A-8E26-640FE216379C}" srcOrd="1" destOrd="0" presId="urn:microsoft.com/office/officeart/2005/8/layout/vList5"/>
    <dgm:cxn modelId="{655DE7E5-F66C-4515-99BA-E25E85A99F5A}" type="presParOf" srcId="{FB635061-7CB3-418D-A2F1-4BB32C3293A6}" destId="{236BCDE3-8A85-4304-B364-63BF1485A903}" srcOrd="2" destOrd="0" presId="urn:microsoft.com/office/officeart/2005/8/layout/vList5"/>
    <dgm:cxn modelId="{5FBB8324-A89C-424B-BC16-483B22F3DD2B}" type="presParOf" srcId="{236BCDE3-8A85-4304-B364-63BF1485A903}" destId="{2007917D-0F22-467F-883D-E42913EE747E}" srcOrd="0" destOrd="0" presId="urn:microsoft.com/office/officeart/2005/8/layout/vList5"/>
    <dgm:cxn modelId="{D3DF9FBD-3559-485B-8ED5-66D84B839EE2}" type="presParOf" srcId="{236BCDE3-8A85-4304-B364-63BF1485A903}" destId="{C1D27A63-A010-4A59-AD29-7C1299DC31E9}" srcOrd="1" destOrd="0" presId="urn:microsoft.com/office/officeart/2005/8/layout/vList5"/>
    <dgm:cxn modelId="{7EBCA2AE-FB53-4840-951E-FBF43F47A303}" type="presParOf" srcId="{FB635061-7CB3-418D-A2F1-4BB32C3293A6}" destId="{77DD106B-1D37-4605-8774-EF192528D376}" srcOrd="3" destOrd="0" presId="urn:microsoft.com/office/officeart/2005/8/layout/vList5"/>
    <dgm:cxn modelId="{72082C1C-2442-49B2-B4D3-2E2E10DAA016}" type="presParOf" srcId="{FB635061-7CB3-418D-A2F1-4BB32C3293A6}" destId="{01C4F2E4-F31D-4A24-9657-6862AAE5E58A}" srcOrd="4" destOrd="0" presId="urn:microsoft.com/office/officeart/2005/8/layout/vList5"/>
    <dgm:cxn modelId="{1D16DBDC-34D9-4DCD-964E-B7077206B301}" type="presParOf" srcId="{01C4F2E4-F31D-4A24-9657-6862AAE5E58A}" destId="{10B76C69-5F1F-47A4-A04C-810AD973A676}" srcOrd="0" destOrd="0" presId="urn:microsoft.com/office/officeart/2005/8/layout/vList5"/>
    <dgm:cxn modelId="{48F2FAC8-7A5C-4FAF-B73D-DC052144B338}" type="presParOf" srcId="{01C4F2E4-F31D-4A24-9657-6862AAE5E58A}" destId="{15CE0BDC-10A2-4D58-8F5F-48BCC19CC3DC}" srcOrd="1" destOrd="0" presId="urn:microsoft.com/office/officeart/2005/8/layout/vList5"/>
    <dgm:cxn modelId="{36D572EF-B5BE-47F1-993D-27A46CC90ACF}" type="presParOf" srcId="{FB635061-7CB3-418D-A2F1-4BB32C3293A6}" destId="{6F0249C7-598F-4228-8D09-4A6B8DA087B8}" srcOrd="5" destOrd="0" presId="urn:microsoft.com/office/officeart/2005/8/layout/vList5"/>
    <dgm:cxn modelId="{3F8A486F-BF83-49EC-BF03-A372B2B22C7C}" type="presParOf" srcId="{FB635061-7CB3-418D-A2F1-4BB32C3293A6}" destId="{F9E1E9DA-4272-4E97-9B8F-85FD9E41B997}" srcOrd="6" destOrd="0" presId="urn:microsoft.com/office/officeart/2005/8/layout/vList5"/>
    <dgm:cxn modelId="{FA041C9D-A492-4DA5-A243-3F18160A6E2B}" type="presParOf" srcId="{F9E1E9DA-4272-4E97-9B8F-85FD9E41B997}" destId="{B74A47C3-990B-4F84-A49D-968447E37E75}" srcOrd="0" destOrd="0" presId="urn:microsoft.com/office/officeart/2005/8/layout/vList5"/>
    <dgm:cxn modelId="{74D86ED6-8401-4594-8A66-1E67068DF5A2}" type="presParOf" srcId="{F9E1E9DA-4272-4E97-9B8F-85FD9E41B997}" destId="{9EED6072-CE6A-4EAD-A4D6-BBA564F817C1}" srcOrd="1" destOrd="0" presId="urn:microsoft.com/office/officeart/2005/8/layout/vList5"/>
    <dgm:cxn modelId="{9424E41E-DDF8-4483-8D97-8691E70A5D0C}" type="presParOf" srcId="{FB635061-7CB3-418D-A2F1-4BB32C3293A6}" destId="{846C27DC-4F88-4C1B-816D-18C08173E4CC}" srcOrd="7" destOrd="0" presId="urn:microsoft.com/office/officeart/2005/8/layout/vList5"/>
    <dgm:cxn modelId="{2E080DFE-C872-479F-89C0-9398DE8C5629}" type="presParOf" srcId="{FB635061-7CB3-418D-A2F1-4BB32C3293A6}" destId="{29EDE3AD-0DBA-45C3-A4C0-CC3919B554A3}" srcOrd="8" destOrd="0" presId="urn:microsoft.com/office/officeart/2005/8/layout/vList5"/>
    <dgm:cxn modelId="{E289E466-06BB-4BB9-A07B-A7922CC6A534}" type="presParOf" srcId="{29EDE3AD-0DBA-45C3-A4C0-CC3919B554A3}" destId="{C07A23A5-B5C7-43A5-84B0-239E5A32CCE8}" srcOrd="0" destOrd="0" presId="urn:microsoft.com/office/officeart/2005/8/layout/vList5"/>
    <dgm:cxn modelId="{CA212A89-BFCA-437F-A758-8A2E9944EC27}" type="presParOf" srcId="{29EDE3AD-0DBA-45C3-A4C0-CC3919B554A3}" destId="{CFC6CF9E-459C-4DE1-B624-F2CA7380BF19}" srcOrd="1" destOrd="0" presId="urn:microsoft.com/office/officeart/2005/8/layout/vList5"/>
    <dgm:cxn modelId="{E65D2F0D-EC1C-47ED-9BCE-8A88431B9649}" type="presParOf" srcId="{FB635061-7CB3-418D-A2F1-4BB32C3293A6}" destId="{A30375CD-659F-42E3-9283-3D09ADEEA0F7}" srcOrd="9" destOrd="0" presId="urn:microsoft.com/office/officeart/2005/8/layout/vList5"/>
    <dgm:cxn modelId="{31CBFAC4-0995-4BB4-A791-BDA88C06F0B1}" type="presParOf" srcId="{FB635061-7CB3-418D-A2F1-4BB32C3293A6}" destId="{470AFCEA-A396-4457-BC49-B8F307A1D3B1}" srcOrd="10" destOrd="0" presId="urn:microsoft.com/office/officeart/2005/8/layout/vList5"/>
    <dgm:cxn modelId="{8213F849-8490-4F89-80D0-F4454E486D98}" type="presParOf" srcId="{470AFCEA-A396-4457-BC49-B8F307A1D3B1}" destId="{F1720DEE-FBD5-4CAE-88C6-6F23039B7FD7}" srcOrd="0" destOrd="0" presId="urn:microsoft.com/office/officeart/2005/8/layout/vList5"/>
    <dgm:cxn modelId="{EA69F3E2-1B4C-4AE4-AAE5-5F1902F19DE9}" type="presParOf" srcId="{470AFCEA-A396-4457-BC49-B8F307A1D3B1}" destId="{C19819B9-2184-4B17-B186-DA304551B081}" srcOrd="1" destOrd="0" presId="urn:microsoft.com/office/officeart/2005/8/layout/vList5"/>
    <dgm:cxn modelId="{321E922E-F5B1-4C70-86E9-31E264516FA9}" type="presParOf" srcId="{FB635061-7CB3-418D-A2F1-4BB32C3293A6}" destId="{B269E3C7-9587-430F-A808-20F04BF62376}" srcOrd="11" destOrd="0" presId="urn:microsoft.com/office/officeart/2005/8/layout/vList5"/>
    <dgm:cxn modelId="{BC81ED2E-F71D-462A-A36E-7E8ADC1705B5}" type="presParOf" srcId="{FB635061-7CB3-418D-A2F1-4BB32C3293A6}" destId="{6CBCEA36-4D17-4D63-915C-2107474BE366}" srcOrd="12" destOrd="0" presId="urn:microsoft.com/office/officeart/2005/8/layout/vList5"/>
    <dgm:cxn modelId="{2724863D-AB0D-45F7-9343-C4157F717D83}" type="presParOf" srcId="{6CBCEA36-4D17-4D63-915C-2107474BE366}" destId="{4F97E081-78A5-4332-BB87-E02A66D2D741}" srcOrd="0" destOrd="0" presId="urn:microsoft.com/office/officeart/2005/8/layout/vList5"/>
    <dgm:cxn modelId="{7C85511D-B67E-4832-BE04-D42C27325E0B}" type="presParOf" srcId="{6CBCEA36-4D17-4D63-915C-2107474BE366}" destId="{CC78ED2A-2324-4031-8E22-1CA37F05E500}"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4BC0C4B-3083-4652-A770-AE9628AE804C}" type="doc">
      <dgm:prSet loTypeId="urn:microsoft.com/office/officeart/2005/8/layout/vList5" loCatId="list" qsTypeId="urn:microsoft.com/office/officeart/2005/8/quickstyle/simple1" qsCatId="simple" csTypeId="urn:microsoft.com/office/officeart/2005/8/colors/accent1_2" csCatId="accent1" phldr="1"/>
      <dgm:spPr/>
    </dgm:pt>
    <dgm:pt modelId="{521B0B74-234D-4118-A263-A0DFF395B5D5}">
      <dgm:prSet phldrT="[Text]"/>
      <dgm:spPr/>
      <dgm:t>
        <a:bodyPr/>
        <a:lstStyle/>
        <a:p>
          <a:pPr algn="l">
            <a:buFont typeface="+mj-lt"/>
            <a:buAutoNum type="arabicPeriod"/>
          </a:pPr>
          <a:r>
            <a:rPr lang="en-GB" b="0" i="0" dirty="0"/>
            <a:t>Faster root-cause screening</a:t>
          </a:r>
          <a:endParaRPr lang="en-US" dirty="0"/>
        </a:p>
      </dgm:t>
    </dgm:pt>
    <dgm:pt modelId="{E35BCD7E-F726-4A29-A286-AFD748B642D8}" type="parTrans" cxnId="{8961BC04-1A53-4E22-8360-908659308DC8}">
      <dgm:prSet/>
      <dgm:spPr/>
      <dgm:t>
        <a:bodyPr/>
        <a:lstStyle/>
        <a:p>
          <a:pPr algn="l"/>
          <a:endParaRPr lang="en-US"/>
        </a:p>
      </dgm:t>
    </dgm:pt>
    <dgm:pt modelId="{2F19B791-592C-4FF4-919A-2078F65701AA}" type="sibTrans" cxnId="{8961BC04-1A53-4E22-8360-908659308DC8}">
      <dgm:prSet/>
      <dgm:spPr/>
      <dgm:t>
        <a:bodyPr/>
        <a:lstStyle/>
        <a:p>
          <a:pPr algn="l"/>
          <a:endParaRPr lang="en-US"/>
        </a:p>
      </dgm:t>
    </dgm:pt>
    <dgm:pt modelId="{3C7E9601-5807-42C1-BAF4-D94FEB125932}">
      <dgm:prSet phldrT="[Text]"/>
      <dgm:spPr/>
      <dgm:t>
        <a:bodyPr/>
        <a:lstStyle/>
        <a:p>
          <a:pPr algn="l">
            <a:buFont typeface="+mj-lt"/>
            <a:buAutoNum type="arabicPeriod"/>
          </a:pPr>
          <a:r>
            <a:rPr lang="en-GB" b="0" i="0" dirty="0"/>
            <a:t>Standardized deliverables </a:t>
          </a:r>
          <a:endParaRPr lang="en-US" dirty="0"/>
        </a:p>
      </dgm:t>
    </dgm:pt>
    <dgm:pt modelId="{8A742750-F14A-49F9-B272-F0342B9CA211}" type="parTrans" cxnId="{561254E8-665F-4DEA-A419-D9BC84DF67CD}">
      <dgm:prSet/>
      <dgm:spPr/>
      <dgm:t>
        <a:bodyPr/>
        <a:lstStyle/>
        <a:p>
          <a:pPr algn="l"/>
          <a:endParaRPr lang="en-US"/>
        </a:p>
      </dgm:t>
    </dgm:pt>
    <dgm:pt modelId="{D0196DFD-FAD1-4357-985F-1CEB26690E62}" type="sibTrans" cxnId="{561254E8-665F-4DEA-A419-D9BC84DF67CD}">
      <dgm:prSet/>
      <dgm:spPr/>
      <dgm:t>
        <a:bodyPr/>
        <a:lstStyle/>
        <a:p>
          <a:pPr algn="l"/>
          <a:endParaRPr lang="en-US"/>
        </a:p>
      </dgm:t>
    </dgm:pt>
    <dgm:pt modelId="{68A2733A-5292-4746-8C9C-66EA9BD69D29}">
      <dgm:prSet phldrT="[Text]"/>
      <dgm:spPr/>
      <dgm:t>
        <a:bodyPr/>
        <a:lstStyle/>
        <a:p>
          <a:pPr algn="l">
            <a:buFont typeface="+mj-lt"/>
            <a:buAutoNum type="arabicPeriod"/>
          </a:pPr>
          <a:r>
            <a:rPr lang="en-GB" b="0" i="0" dirty="0"/>
            <a:t>Easier trend comparison </a:t>
          </a:r>
          <a:endParaRPr lang="en-US" dirty="0"/>
        </a:p>
      </dgm:t>
    </dgm:pt>
    <dgm:pt modelId="{B2D84218-650A-49C7-B60C-15D788C4652D}" type="parTrans" cxnId="{B5A051EB-EA4C-4518-A5AC-66DAABFC2836}">
      <dgm:prSet/>
      <dgm:spPr/>
      <dgm:t>
        <a:bodyPr/>
        <a:lstStyle/>
        <a:p>
          <a:pPr algn="l"/>
          <a:endParaRPr lang="en-US"/>
        </a:p>
      </dgm:t>
    </dgm:pt>
    <dgm:pt modelId="{BEF8D755-8972-4487-A4DB-0028A3F5861A}" type="sibTrans" cxnId="{B5A051EB-EA4C-4518-A5AC-66DAABFC2836}">
      <dgm:prSet/>
      <dgm:spPr/>
      <dgm:t>
        <a:bodyPr/>
        <a:lstStyle/>
        <a:p>
          <a:pPr algn="l"/>
          <a:endParaRPr lang="en-US"/>
        </a:p>
      </dgm:t>
    </dgm:pt>
    <dgm:pt modelId="{78C960BD-DF53-4010-B3DB-D2686CB5C313}">
      <dgm:prSet phldrT="[Text]"/>
      <dgm:spPr/>
      <dgm:t>
        <a:bodyPr/>
        <a:lstStyle/>
        <a:p>
          <a:pPr algn="l">
            <a:buFont typeface="+mj-lt"/>
            <a:buAutoNum type="arabicPeriod"/>
          </a:pPr>
          <a:r>
            <a:rPr lang="en-GB" b="0" i="0" dirty="0"/>
            <a:t>Better integration into workflows </a:t>
          </a:r>
          <a:endParaRPr lang="en-US" dirty="0"/>
        </a:p>
      </dgm:t>
    </dgm:pt>
    <dgm:pt modelId="{BF64EAEC-E09E-4EDA-AD47-7F2C1A8FD86E}" type="parTrans" cxnId="{D0C60885-AAC7-4D48-A1CF-954A69987FA4}">
      <dgm:prSet/>
      <dgm:spPr/>
      <dgm:t>
        <a:bodyPr/>
        <a:lstStyle/>
        <a:p>
          <a:pPr algn="l"/>
          <a:endParaRPr lang="en-US"/>
        </a:p>
      </dgm:t>
    </dgm:pt>
    <dgm:pt modelId="{A6BB1FFE-3CF2-4D51-87DE-F2A76B119714}" type="sibTrans" cxnId="{D0C60885-AAC7-4D48-A1CF-954A69987FA4}">
      <dgm:prSet/>
      <dgm:spPr/>
      <dgm:t>
        <a:bodyPr/>
        <a:lstStyle/>
        <a:p>
          <a:pPr algn="l"/>
          <a:endParaRPr lang="en-US"/>
        </a:p>
      </dgm:t>
    </dgm:pt>
    <dgm:pt modelId="{C38633F5-BF0F-4BB2-B21C-9D9A587D5053}">
      <dgm:prSet phldrT="[Text]" custT="1"/>
      <dgm:spPr/>
      <dgm:t>
        <a:bodyPr/>
        <a:lstStyle/>
        <a:p>
          <a:pPr algn="l">
            <a:buFont typeface="Arial" panose="020B0604020202020204" pitchFamily="34" charset="0"/>
            <a:buChar char="•"/>
          </a:pPr>
          <a:r>
            <a:rPr lang="en-GB" sz="800" b="0" i="0" dirty="0"/>
            <a:t>The same workbook structure, plots, summaries, and </a:t>
          </a:r>
          <a:r>
            <a:rPr lang="en-GB" sz="800" b="0" i="0" dirty="0" err="1"/>
            <a:t>artifact</a:t>
          </a:r>
          <a:r>
            <a:rPr lang="en-GB" sz="800" b="0" i="0" dirty="0"/>
            <a:t> names are produced every time, which makes team communication and handoff easier.</a:t>
          </a:r>
          <a:endParaRPr lang="en-US" sz="800" dirty="0"/>
        </a:p>
      </dgm:t>
    </dgm:pt>
    <dgm:pt modelId="{0603CFA0-056A-4969-B930-0892399F29D3}" type="parTrans" cxnId="{24AB36EA-EEB9-4F1B-A3A5-1E51842DC611}">
      <dgm:prSet/>
      <dgm:spPr/>
      <dgm:t>
        <a:bodyPr/>
        <a:lstStyle/>
        <a:p>
          <a:pPr algn="l"/>
          <a:endParaRPr lang="en-US"/>
        </a:p>
      </dgm:t>
    </dgm:pt>
    <dgm:pt modelId="{29FF313B-AC69-436C-8182-3C91C60EAB2F}" type="sibTrans" cxnId="{24AB36EA-EEB9-4F1B-A3A5-1E51842DC611}">
      <dgm:prSet/>
      <dgm:spPr/>
      <dgm:t>
        <a:bodyPr/>
        <a:lstStyle/>
        <a:p>
          <a:pPr algn="l"/>
          <a:endParaRPr lang="en-US"/>
        </a:p>
      </dgm:t>
    </dgm:pt>
    <dgm:pt modelId="{E5776F5C-53E1-4005-A3D1-D69527B2BE48}">
      <dgm:prSet phldrT="[Text]" custT="1"/>
      <dgm:spPr/>
      <dgm:t>
        <a:bodyPr/>
        <a:lstStyle/>
        <a:p>
          <a:pPr algn="l">
            <a:buFont typeface="Arial" panose="020B0604020202020204" pitchFamily="34" charset="0"/>
            <a:buChar char="•"/>
          </a:pPr>
          <a:r>
            <a:rPr lang="en-GB" sz="800" b="0" i="0" dirty="0"/>
            <a:t>Once the logic is automated, it becomes straightforward to compare lots, wafers, temperatures, insertions, or releases using the same analysis basis.</a:t>
          </a:r>
          <a:endParaRPr lang="en-US" sz="800" dirty="0"/>
        </a:p>
      </dgm:t>
    </dgm:pt>
    <dgm:pt modelId="{E6A5074D-0D05-49CA-A5DF-0E3005FE3367}" type="parTrans" cxnId="{B4E91DEC-0334-429B-AB69-3C7100DC53BD}">
      <dgm:prSet/>
      <dgm:spPr/>
      <dgm:t>
        <a:bodyPr/>
        <a:lstStyle/>
        <a:p>
          <a:pPr algn="l"/>
          <a:endParaRPr lang="en-US"/>
        </a:p>
      </dgm:t>
    </dgm:pt>
    <dgm:pt modelId="{217416E2-9691-42F0-A91C-E11390DCC263}" type="sibTrans" cxnId="{B4E91DEC-0334-429B-AB69-3C7100DC53BD}">
      <dgm:prSet/>
      <dgm:spPr/>
      <dgm:t>
        <a:bodyPr/>
        <a:lstStyle/>
        <a:p>
          <a:pPr algn="l"/>
          <a:endParaRPr lang="en-US"/>
        </a:p>
      </dgm:t>
    </dgm:pt>
    <dgm:pt modelId="{6C3946C4-3ECF-4810-9B39-11CB2177388F}">
      <dgm:prSet phldrT="[Text]" custT="1"/>
      <dgm:spPr/>
      <dgm:t>
        <a:bodyPr/>
        <a:lstStyle/>
        <a:p>
          <a:pPr algn="l">
            <a:buFont typeface="Arial" panose="020B0604020202020204" pitchFamily="34" charset="0"/>
            <a:buChar char="•"/>
          </a:pPr>
          <a:r>
            <a:rPr lang="en-GB" sz="800" b="0" i="0" dirty="0"/>
            <a:t>Automatically surfacing fail coordinates, site patterns, wafer-map </a:t>
          </a:r>
          <a:r>
            <a:rPr lang="en-GB" sz="800" b="0" i="0" dirty="0" err="1"/>
            <a:t>behavior</a:t>
          </a:r>
          <a:r>
            <a:rPr lang="en-GB" sz="800" b="0" i="0" dirty="0"/>
            <a:t>, and suspect metrics shortens the path from raw data to engineering hypotheses.</a:t>
          </a:r>
          <a:endParaRPr lang="en-US" sz="800" dirty="0"/>
        </a:p>
      </dgm:t>
    </dgm:pt>
    <dgm:pt modelId="{EC9E72D0-DBA2-4B8B-B962-64016E08D7D4}" type="parTrans" cxnId="{6DEC4FB3-22D3-4162-ACEC-6022FF6FB214}">
      <dgm:prSet/>
      <dgm:spPr/>
      <dgm:t>
        <a:bodyPr/>
        <a:lstStyle/>
        <a:p>
          <a:pPr algn="l"/>
          <a:endParaRPr lang="en-US"/>
        </a:p>
      </dgm:t>
    </dgm:pt>
    <dgm:pt modelId="{2D99F984-2292-4464-A5A9-6520BED2EF94}" type="sibTrans" cxnId="{6DEC4FB3-22D3-4162-ACEC-6022FF6FB214}">
      <dgm:prSet/>
      <dgm:spPr/>
      <dgm:t>
        <a:bodyPr/>
        <a:lstStyle/>
        <a:p>
          <a:pPr algn="l"/>
          <a:endParaRPr lang="en-US"/>
        </a:p>
      </dgm:t>
    </dgm:pt>
    <dgm:pt modelId="{E25D0A51-35FC-4A19-9460-928A0F7E787F}">
      <dgm:prSet phldrT="[Text]" custT="1"/>
      <dgm:spPr/>
      <dgm:t>
        <a:bodyPr/>
        <a:lstStyle/>
        <a:p>
          <a:pPr algn="l">
            <a:buFont typeface="Arial" panose="020B0604020202020204" pitchFamily="34" charset="0"/>
            <a:buChar char="•"/>
          </a:pPr>
          <a:r>
            <a:rPr lang="en-GB" sz="800" b="0" i="0" dirty="0"/>
            <a:t>An automated tool can be run in batch, from scripts, in CI, or by non-developers via an executable, which is much more practical than requiring everyone to drive a visualization tool manually.</a:t>
          </a:r>
          <a:endParaRPr lang="en-US" sz="800" dirty="0"/>
        </a:p>
      </dgm:t>
    </dgm:pt>
    <dgm:pt modelId="{B6C3C6ED-94CD-4E9A-BC69-D5F2EF9A136B}" type="parTrans" cxnId="{5FDBFE89-52D2-42D7-9484-5E1635163C3F}">
      <dgm:prSet/>
      <dgm:spPr/>
      <dgm:t>
        <a:bodyPr/>
        <a:lstStyle/>
        <a:p>
          <a:pPr algn="l"/>
          <a:endParaRPr lang="en-US"/>
        </a:p>
      </dgm:t>
    </dgm:pt>
    <dgm:pt modelId="{E9DAB60D-6AF4-4028-BF93-219A25B0A970}" type="sibTrans" cxnId="{5FDBFE89-52D2-42D7-9484-5E1635163C3F}">
      <dgm:prSet/>
      <dgm:spPr/>
      <dgm:t>
        <a:bodyPr/>
        <a:lstStyle/>
        <a:p>
          <a:pPr algn="l"/>
          <a:endParaRPr lang="en-US"/>
        </a:p>
      </dgm:t>
    </dgm:pt>
    <dgm:pt modelId="{18FA9E27-5D30-4C86-B87F-4E8634174178}" type="pres">
      <dgm:prSet presAssocID="{14BC0C4B-3083-4652-A770-AE9628AE804C}" presName="Name0" presStyleCnt="0">
        <dgm:presLayoutVars>
          <dgm:dir/>
          <dgm:animLvl val="lvl"/>
          <dgm:resizeHandles val="exact"/>
        </dgm:presLayoutVars>
      </dgm:prSet>
      <dgm:spPr/>
    </dgm:pt>
    <dgm:pt modelId="{A865A5D7-A5D6-4637-8350-498D45108347}" type="pres">
      <dgm:prSet presAssocID="{3C7E9601-5807-42C1-BAF4-D94FEB125932}" presName="linNode" presStyleCnt="0"/>
      <dgm:spPr/>
    </dgm:pt>
    <dgm:pt modelId="{7FCE42A3-FCEE-46AC-893A-127AE95FB38D}" type="pres">
      <dgm:prSet presAssocID="{3C7E9601-5807-42C1-BAF4-D94FEB125932}" presName="parentText" presStyleLbl="node1" presStyleIdx="0" presStyleCnt="4">
        <dgm:presLayoutVars>
          <dgm:chMax val="1"/>
          <dgm:bulletEnabled val="1"/>
        </dgm:presLayoutVars>
      </dgm:prSet>
      <dgm:spPr/>
    </dgm:pt>
    <dgm:pt modelId="{6252860D-DD4E-4E22-9D83-89D3A17B4437}" type="pres">
      <dgm:prSet presAssocID="{3C7E9601-5807-42C1-BAF4-D94FEB125932}" presName="descendantText" presStyleLbl="alignAccFollowNode1" presStyleIdx="0" presStyleCnt="4">
        <dgm:presLayoutVars>
          <dgm:bulletEnabled val="1"/>
        </dgm:presLayoutVars>
      </dgm:prSet>
      <dgm:spPr/>
    </dgm:pt>
    <dgm:pt modelId="{8AECD08D-502F-4C9C-AFA1-8EB8858A6FA3}" type="pres">
      <dgm:prSet presAssocID="{D0196DFD-FAD1-4357-985F-1CEB26690E62}" presName="sp" presStyleCnt="0"/>
      <dgm:spPr/>
    </dgm:pt>
    <dgm:pt modelId="{27AB17DA-08D4-40AC-9DC4-7AE2AC62990F}" type="pres">
      <dgm:prSet presAssocID="{68A2733A-5292-4746-8C9C-66EA9BD69D29}" presName="linNode" presStyleCnt="0"/>
      <dgm:spPr/>
    </dgm:pt>
    <dgm:pt modelId="{678FE1AA-5264-40F4-85DE-5707929669F7}" type="pres">
      <dgm:prSet presAssocID="{68A2733A-5292-4746-8C9C-66EA9BD69D29}" presName="parentText" presStyleLbl="node1" presStyleIdx="1" presStyleCnt="4">
        <dgm:presLayoutVars>
          <dgm:chMax val="1"/>
          <dgm:bulletEnabled val="1"/>
        </dgm:presLayoutVars>
      </dgm:prSet>
      <dgm:spPr/>
    </dgm:pt>
    <dgm:pt modelId="{3E489D02-C4CE-4C62-8576-4F3C1E134D57}" type="pres">
      <dgm:prSet presAssocID="{68A2733A-5292-4746-8C9C-66EA9BD69D29}" presName="descendantText" presStyleLbl="alignAccFollowNode1" presStyleIdx="1" presStyleCnt="4">
        <dgm:presLayoutVars>
          <dgm:bulletEnabled val="1"/>
        </dgm:presLayoutVars>
      </dgm:prSet>
      <dgm:spPr/>
    </dgm:pt>
    <dgm:pt modelId="{61194A7C-F96C-40D2-B305-968617AEEB80}" type="pres">
      <dgm:prSet presAssocID="{BEF8D755-8972-4487-A4DB-0028A3F5861A}" presName="sp" presStyleCnt="0"/>
      <dgm:spPr/>
    </dgm:pt>
    <dgm:pt modelId="{C75383B8-C6B1-4515-92E4-42E262E53ACC}" type="pres">
      <dgm:prSet presAssocID="{521B0B74-234D-4118-A263-A0DFF395B5D5}" presName="linNode" presStyleCnt="0"/>
      <dgm:spPr/>
    </dgm:pt>
    <dgm:pt modelId="{9892086B-34AE-47EC-A211-7A93C31B6844}" type="pres">
      <dgm:prSet presAssocID="{521B0B74-234D-4118-A263-A0DFF395B5D5}" presName="parentText" presStyleLbl="node1" presStyleIdx="2" presStyleCnt="4">
        <dgm:presLayoutVars>
          <dgm:chMax val="1"/>
          <dgm:bulletEnabled val="1"/>
        </dgm:presLayoutVars>
      </dgm:prSet>
      <dgm:spPr/>
    </dgm:pt>
    <dgm:pt modelId="{BBF17651-7334-4B6A-81B6-8CF6B43D4228}" type="pres">
      <dgm:prSet presAssocID="{521B0B74-234D-4118-A263-A0DFF395B5D5}" presName="descendantText" presStyleLbl="alignAccFollowNode1" presStyleIdx="2" presStyleCnt="4">
        <dgm:presLayoutVars>
          <dgm:bulletEnabled val="1"/>
        </dgm:presLayoutVars>
      </dgm:prSet>
      <dgm:spPr/>
    </dgm:pt>
    <dgm:pt modelId="{E7A9320B-536F-4193-B96D-A365C7DADF8F}" type="pres">
      <dgm:prSet presAssocID="{2F19B791-592C-4FF4-919A-2078F65701AA}" presName="sp" presStyleCnt="0"/>
      <dgm:spPr/>
    </dgm:pt>
    <dgm:pt modelId="{85B96282-C26C-41CF-8FED-74B1B70D46D9}" type="pres">
      <dgm:prSet presAssocID="{78C960BD-DF53-4010-B3DB-D2686CB5C313}" presName="linNode" presStyleCnt="0"/>
      <dgm:spPr/>
    </dgm:pt>
    <dgm:pt modelId="{21FFD5BC-7455-4021-A66E-7A3C6D75ED76}" type="pres">
      <dgm:prSet presAssocID="{78C960BD-DF53-4010-B3DB-D2686CB5C313}" presName="parentText" presStyleLbl="node1" presStyleIdx="3" presStyleCnt="4">
        <dgm:presLayoutVars>
          <dgm:chMax val="1"/>
          <dgm:bulletEnabled val="1"/>
        </dgm:presLayoutVars>
      </dgm:prSet>
      <dgm:spPr/>
    </dgm:pt>
    <dgm:pt modelId="{8743B321-21C9-44DB-B745-B3D5ACC82104}" type="pres">
      <dgm:prSet presAssocID="{78C960BD-DF53-4010-B3DB-D2686CB5C313}" presName="descendantText" presStyleLbl="alignAccFollowNode1" presStyleIdx="3" presStyleCnt="4">
        <dgm:presLayoutVars>
          <dgm:bulletEnabled val="1"/>
        </dgm:presLayoutVars>
      </dgm:prSet>
      <dgm:spPr/>
    </dgm:pt>
  </dgm:ptLst>
  <dgm:cxnLst>
    <dgm:cxn modelId="{8961BC04-1A53-4E22-8360-908659308DC8}" srcId="{14BC0C4B-3083-4652-A770-AE9628AE804C}" destId="{521B0B74-234D-4118-A263-A0DFF395B5D5}" srcOrd="2" destOrd="0" parTransId="{E35BCD7E-F726-4A29-A286-AFD748B642D8}" sibTransId="{2F19B791-592C-4FF4-919A-2078F65701AA}"/>
    <dgm:cxn modelId="{BA993309-9F7E-49CA-950A-1FBF10CAFB9D}" type="presOf" srcId="{3C7E9601-5807-42C1-BAF4-D94FEB125932}" destId="{7FCE42A3-FCEE-46AC-893A-127AE95FB38D}" srcOrd="0" destOrd="0" presId="urn:microsoft.com/office/officeart/2005/8/layout/vList5"/>
    <dgm:cxn modelId="{06DC1712-9AD8-4B03-9A5C-6E07C655C6E7}" type="presOf" srcId="{6C3946C4-3ECF-4810-9B39-11CB2177388F}" destId="{BBF17651-7334-4B6A-81B6-8CF6B43D4228}" srcOrd="0" destOrd="0" presId="urn:microsoft.com/office/officeart/2005/8/layout/vList5"/>
    <dgm:cxn modelId="{D17B9B18-17D5-458C-B8A2-A2C2C08B1500}" type="presOf" srcId="{E25D0A51-35FC-4A19-9460-928A0F7E787F}" destId="{8743B321-21C9-44DB-B745-B3D5ACC82104}" srcOrd="0" destOrd="0" presId="urn:microsoft.com/office/officeart/2005/8/layout/vList5"/>
    <dgm:cxn modelId="{CBB3383B-6DA3-44D9-A654-FB00BA24EAF0}" type="presOf" srcId="{14BC0C4B-3083-4652-A770-AE9628AE804C}" destId="{18FA9E27-5D30-4C86-B87F-4E8634174178}" srcOrd="0" destOrd="0" presId="urn:microsoft.com/office/officeart/2005/8/layout/vList5"/>
    <dgm:cxn modelId="{0C6AF860-4AC7-4A9F-91D4-272F7F36C5F2}" type="presOf" srcId="{521B0B74-234D-4118-A263-A0DFF395B5D5}" destId="{9892086B-34AE-47EC-A211-7A93C31B6844}" srcOrd="0" destOrd="0" presId="urn:microsoft.com/office/officeart/2005/8/layout/vList5"/>
    <dgm:cxn modelId="{27DFC470-F3C0-4106-9A88-C3524CDA22F2}" type="presOf" srcId="{68A2733A-5292-4746-8C9C-66EA9BD69D29}" destId="{678FE1AA-5264-40F4-85DE-5707929669F7}" srcOrd="0" destOrd="0" presId="urn:microsoft.com/office/officeart/2005/8/layout/vList5"/>
    <dgm:cxn modelId="{D0C60885-AAC7-4D48-A1CF-954A69987FA4}" srcId="{14BC0C4B-3083-4652-A770-AE9628AE804C}" destId="{78C960BD-DF53-4010-B3DB-D2686CB5C313}" srcOrd="3" destOrd="0" parTransId="{BF64EAEC-E09E-4EDA-AD47-7F2C1A8FD86E}" sibTransId="{A6BB1FFE-3CF2-4D51-87DE-F2A76B119714}"/>
    <dgm:cxn modelId="{5FDBFE89-52D2-42D7-9484-5E1635163C3F}" srcId="{78C960BD-DF53-4010-B3DB-D2686CB5C313}" destId="{E25D0A51-35FC-4A19-9460-928A0F7E787F}" srcOrd="0" destOrd="0" parTransId="{B6C3C6ED-94CD-4E9A-BC69-D5F2EF9A136B}" sibTransId="{E9DAB60D-6AF4-4028-BF93-219A25B0A970}"/>
    <dgm:cxn modelId="{29DC9CA2-88AA-48C0-8FFE-877C8B5873A0}" type="presOf" srcId="{78C960BD-DF53-4010-B3DB-D2686CB5C313}" destId="{21FFD5BC-7455-4021-A66E-7A3C6D75ED76}" srcOrd="0" destOrd="0" presId="urn:microsoft.com/office/officeart/2005/8/layout/vList5"/>
    <dgm:cxn modelId="{B7A73EAD-F3F7-4CA4-918E-F2E284CDFAC1}" type="presOf" srcId="{C38633F5-BF0F-4BB2-B21C-9D9A587D5053}" destId="{6252860D-DD4E-4E22-9D83-89D3A17B4437}" srcOrd="0" destOrd="0" presId="urn:microsoft.com/office/officeart/2005/8/layout/vList5"/>
    <dgm:cxn modelId="{6DEC4FB3-22D3-4162-ACEC-6022FF6FB214}" srcId="{521B0B74-234D-4118-A263-A0DFF395B5D5}" destId="{6C3946C4-3ECF-4810-9B39-11CB2177388F}" srcOrd="0" destOrd="0" parTransId="{EC9E72D0-DBA2-4B8B-B962-64016E08D7D4}" sibTransId="{2D99F984-2292-4464-A5A9-6520BED2EF94}"/>
    <dgm:cxn modelId="{F552E8C1-9304-4149-81C6-039A6FA75697}" type="presOf" srcId="{E5776F5C-53E1-4005-A3D1-D69527B2BE48}" destId="{3E489D02-C4CE-4C62-8576-4F3C1E134D57}" srcOrd="0" destOrd="0" presId="urn:microsoft.com/office/officeart/2005/8/layout/vList5"/>
    <dgm:cxn modelId="{561254E8-665F-4DEA-A419-D9BC84DF67CD}" srcId="{14BC0C4B-3083-4652-A770-AE9628AE804C}" destId="{3C7E9601-5807-42C1-BAF4-D94FEB125932}" srcOrd="0" destOrd="0" parTransId="{8A742750-F14A-49F9-B272-F0342B9CA211}" sibTransId="{D0196DFD-FAD1-4357-985F-1CEB26690E62}"/>
    <dgm:cxn modelId="{24AB36EA-EEB9-4F1B-A3A5-1E51842DC611}" srcId="{3C7E9601-5807-42C1-BAF4-D94FEB125932}" destId="{C38633F5-BF0F-4BB2-B21C-9D9A587D5053}" srcOrd="0" destOrd="0" parTransId="{0603CFA0-056A-4969-B930-0892399F29D3}" sibTransId="{29FF313B-AC69-436C-8182-3C91C60EAB2F}"/>
    <dgm:cxn modelId="{B5A051EB-EA4C-4518-A5AC-66DAABFC2836}" srcId="{14BC0C4B-3083-4652-A770-AE9628AE804C}" destId="{68A2733A-5292-4746-8C9C-66EA9BD69D29}" srcOrd="1" destOrd="0" parTransId="{B2D84218-650A-49C7-B60C-15D788C4652D}" sibTransId="{BEF8D755-8972-4487-A4DB-0028A3F5861A}"/>
    <dgm:cxn modelId="{B4E91DEC-0334-429B-AB69-3C7100DC53BD}" srcId="{68A2733A-5292-4746-8C9C-66EA9BD69D29}" destId="{E5776F5C-53E1-4005-A3D1-D69527B2BE48}" srcOrd="0" destOrd="0" parTransId="{E6A5074D-0D05-49CA-A5DF-0E3005FE3367}" sibTransId="{217416E2-9691-42F0-A91C-E11390DCC263}"/>
    <dgm:cxn modelId="{10059629-530B-46E9-B033-68D3ED7BEE78}" type="presParOf" srcId="{18FA9E27-5D30-4C86-B87F-4E8634174178}" destId="{A865A5D7-A5D6-4637-8350-498D45108347}" srcOrd="0" destOrd="0" presId="urn:microsoft.com/office/officeart/2005/8/layout/vList5"/>
    <dgm:cxn modelId="{1166743B-1B36-42F5-ACFD-71CCCAB94E17}" type="presParOf" srcId="{A865A5D7-A5D6-4637-8350-498D45108347}" destId="{7FCE42A3-FCEE-46AC-893A-127AE95FB38D}" srcOrd="0" destOrd="0" presId="urn:microsoft.com/office/officeart/2005/8/layout/vList5"/>
    <dgm:cxn modelId="{D79BD60E-0BFE-4F96-9BFA-64832CFB1E57}" type="presParOf" srcId="{A865A5D7-A5D6-4637-8350-498D45108347}" destId="{6252860D-DD4E-4E22-9D83-89D3A17B4437}" srcOrd="1" destOrd="0" presId="urn:microsoft.com/office/officeart/2005/8/layout/vList5"/>
    <dgm:cxn modelId="{81DBDB2A-663F-41AD-ADE2-C9854FABB4E2}" type="presParOf" srcId="{18FA9E27-5D30-4C86-B87F-4E8634174178}" destId="{8AECD08D-502F-4C9C-AFA1-8EB8858A6FA3}" srcOrd="1" destOrd="0" presId="urn:microsoft.com/office/officeart/2005/8/layout/vList5"/>
    <dgm:cxn modelId="{1B82F9A5-9BCF-4F1B-B8C0-89BCB541EDA7}" type="presParOf" srcId="{18FA9E27-5D30-4C86-B87F-4E8634174178}" destId="{27AB17DA-08D4-40AC-9DC4-7AE2AC62990F}" srcOrd="2" destOrd="0" presId="urn:microsoft.com/office/officeart/2005/8/layout/vList5"/>
    <dgm:cxn modelId="{187273E0-B48D-44F7-8CA5-A9B41F830177}" type="presParOf" srcId="{27AB17DA-08D4-40AC-9DC4-7AE2AC62990F}" destId="{678FE1AA-5264-40F4-85DE-5707929669F7}" srcOrd="0" destOrd="0" presId="urn:microsoft.com/office/officeart/2005/8/layout/vList5"/>
    <dgm:cxn modelId="{04A74EF9-E633-41C5-BF75-13CCB47D1A70}" type="presParOf" srcId="{27AB17DA-08D4-40AC-9DC4-7AE2AC62990F}" destId="{3E489D02-C4CE-4C62-8576-4F3C1E134D57}" srcOrd="1" destOrd="0" presId="urn:microsoft.com/office/officeart/2005/8/layout/vList5"/>
    <dgm:cxn modelId="{BEA80AC9-4F2B-43AE-A940-9C278D8825E8}" type="presParOf" srcId="{18FA9E27-5D30-4C86-B87F-4E8634174178}" destId="{61194A7C-F96C-40D2-B305-968617AEEB80}" srcOrd="3" destOrd="0" presId="urn:microsoft.com/office/officeart/2005/8/layout/vList5"/>
    <dgm:cxn modelId="{C3CE535D-DC4B-42CE-86F8-3B255E52664B}" type="presParOf" srcId="{18FA9E27-5D30-4C86-B87F-4E8634174178}" destId="{C75383B8-C6B1-4515-92E4-42E262E53ACC}" srcOrd="4" destOrd="0" presId="urn:microsoft.com/office/officeart/2005/8/layout/vList5"/>
    <dgm:cxn modelId="{27C986BE-D244-48C2-A3E4-1698545F1559}" type="presParOf" srcId="{C75383B8-C6B1-4515-92E4-42E262E53ACC}" destId="{9892086B-34AE-47EC-A211-7A93C31B6844}" srcOrd="0" destOrd="0" presId="urn:microsoft.com/office/officeart/2005/8/layout/vList5"/>
    <dgm:cxn modelId="{A0DF6ADC-6C64-40F2-95BD-5501F2E37D92}" type="presParOf" srcId="{C75383B8-C6B1-4515-92E4-42E262E53ACC}" destId="{BBF17651-7334-4B6A-81B6-8CF6B43D4228}" srcOrd="1" destOrd="0" presId="urn:microsoft.com/office/officeart/2005/8/layout/vList5"/>
    <dgm:cxn modelId="{308B96DC-2C1E-478E-A829-36A55F16EEB6}" type="presParOf" srcId="{18FA9E27-5D30-4C86-B87F-4E8634174178}" destId="{E7A9320B-536F-4193-B96D-A365C7DADF8F}" srcOrd="5" destOrd="0" presId="urn:microsoft.com/office/officeart/2005/8/layout/vList5"/>
    <dgm:cxn modelId="{C453FA79-27C7-4D26-B933-CEB4C01357F9}" type="presParOf" srcId="{18FA9E27-5D30-4C86-B87F-4E8634174178}" destId="{85B96282-C26C-41CF-8FED-74B1B70D46D9}" srcOrd="6" destOrd="0" presId="urn:microsoft.com/office/officeart/2005/8/layout/vList5"/>
    <dgm:cxn modelId="{55F9989C-6001-4E2E-A9E2-00C152BB0453}" type="presParOf" srcId="{85B96282-C26C-41CF-8FED-74B1B70D46D9}" destId="{21FFD5BC-7455-4021-A66E-7A3C6D75ED76}" srcOrd="0" destOrd="0" presId="urn:microsoft.com/office/officeart/2005/8/layout/vList5"/>
    <dgm:cxn modelId="{052931BB-47CC-4B75-B4B3-CDD9E664B727}" type="presParOf" srcId="{85B96282-C26C-41CF-8FED-74B1B70D46D9}" destId="{8743B321-21C9-44DB-B745-B3D5ACC82104}"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4BC0C4B-3083-4652-A770-AE9628AE804C}" type="doc">
      <dgm:prSet loTypeId="urn:microsoft.com/office/officeart/2005/8/layout/vList5" loCatId="list" qsTypeId="urn:microsoft.com/office/officeart/2005/8/quickstyle/simple1" qsCatId="simple" csTypeId="urn:microsoft.com/office/officeart/2005/8/colors/accent1_2" csCatId="accent1" phldr="1"/>
      <dgm:spPr/>
    </dgm:pt>
    <dgm:pt modelId="{05375D35-F5CF-4040-8B43-0F9C93248933}">
      <dgm:prSet phldrT="[Text]"/>
      <dgm:spPr/>
      <dgm:t>
        <a:bodyPr/>
        <a:lstStyle/>
        <a:p>
          <a:pPr algn="l">
            <a:buFont typeface="+mj-lt"/>
            <a:buAutoNum type="arabicPeriod"/>
          </a:pPr>
          <a:r>
            <a:rPr lang="en-GB" b="0" i="0" dirty="0"/>
            <a:t>Consistency </a:t>
          </a:r>
          <a:endParaRPr lang="en-US" dirty="0"/>
        </a:p>
      </dgm:t>
    </dgm:pt>
    <dgm:pt modelId="{85E94471-F947-42BF-B481-455A6E4984C7}" type="parTrans" cxnId="{107676F4-89D7-49F8-B3C9-57F8655417E2}">
      <dgm:prSet/>
      <dgm:spPr/>
      <dgm:t>
        <a:bodyPr/>
        <a:lstStyle/>
        <a:p>
          <a:endParaRPr lang="en-US"/>
        </a:p>
      </dgm:t>
    </dgm:pt>
    <dgm:pt modelId="{08C42831-5463-426C-B64C-C2E41AD97FE3}" type="sibTrans" cxnId="{107676F4-89D7-49F8-B3C9-57F8655417E2}">
      <dgm:prSet/>
      <dgm:spPr/>
      <dgm:t>
        <a:bodyPr/>
        <a:lstStyle/>
        <a:p>
          <a:endParaRPr lang="en-US"/>
        </a:p>
      </dgm:t>
    </dgm:pt>
    <dgm:pt modelId="{0BD12481-AFBF-4075-80F7-BE82115840C7}">
      <dgm:prSet phldrT="[Text]"/>
      <dgm:spPr/>
      <dgm:t>
        <a:bodyPr/>
        <a:lstStyle/>
        <a:p>
          <a:pPr>
            <a:buFont typeface="+mj-lt"/>
            <a:buAutoNum type="arabicPeriod"/>
          </a:pPr>
          <a:r>
            <a:rPr lang="en-GB" b="0" i="0" dirty="0"/>
            <a:t>Speed at scale </a:t>
          </a:r>
          <a:endParaRPr lang="en-US" dirty="0"/>
        </a:p>
      </dgm:t>
    </dgm:pt>
    <dgm:pt modelId="{AA1F89CB-0D9E-40FC-9331-1D790B94E580}" type="parTrans" cxnId="{313DBA03-7817-4D93-9C6E-FF6168E00650}">
      <dgm:prSet/>
      <dgm:spPr/>
      <dgm:t>
        <a:bodyPr/>
        <a:lstStyle/>
        <a:p>
          <a:endParaRPr lang="en-US"/>
        </a:p>
      </dgm:t>
    </dgm:pt>
    <dgm:pt modelId="{8A645302-0684-44FF-83EC-7CFCD2202ED0}" type="sibTrans" cxnId="{313DBA03-7817-4D93-9C6E-FF6168E00650}">
      <dgm:prSet/>
      <dgm:spPr/>
      <dgm:t>
        <a:bodyPr/>
        <a:lstStyle/>
        <a:p>
          <a:endParaRPr lang="en-US"/>
        </a:p>
      </dgm:t>
    </dgm:pt>
    <dgm:pt modelId="{A020CD70-28B0-42C9-AB85-5D3F38187AA2}">
      <dgm:prSet phldrT="[Text]"/>
      <dgm:spPr/>
      <dgm:t>
        <a:bodyPr/>
        <a:lstStyle/>
        <a:p>
          <a:pPr algn="l">
            <a:buFont typeface="+mj-lt"/>
            <a:buAutoNum type="arabicPeriod"/>
          </a:pPr>
          <a:r>
            <a:rPr lang="en-GB" b="0" i="0" dirty="0"/>
            <a:t>Better coverage </a:t>
          </a:r>
          <a:endParaRPr lang="en-US" dirty="0"/>
        </a:p>
      </dgm:t>
    </dgm:pt>
    <dgm:pt modelId="{51D3F460-B118-4FDA-B23C-7536BF382DBB}" type="parTrans" cxnId="{1A219852-46BE-4AEE-9636-1059EE5EFF12}">
      <dgm:prSet/>
      <dgm:spPr/>
      <dgm:t>
        <a:bodyPr/>
        <a:lstStyle/>
        <a:p>
          <a:endParaRPr lang="en-US"/>
        </a:p>
      </dgm:t>
    </dgm:pt>
    <dgm:pt modelId="{0E705CD6-12E0-4282-91D5-694A82795562}" type="sibTrans" cxnId="{1A219852-46BE-4AEE-9636-1059EE5EFF12}">
      <dgm:prSet/>
      <dgm:spPr/>
      <dgm:t>
        <a:bodyPr/>
        <a:lstStyle/>
        <a:p>
          <a:endParaRPr lang="en-US"/>
        </a:p>
      </dgm:t>
    </dgm:pt>
    <dgm:pt modelId="{D5D9A851-41A5-498E-9A97-E98C6902FC6A}">
      <dgm:prSet phldrT="[Text]"/>
      <dgm:spPr/>
      <dgm:t>
        <a:bodyPr/>
        <a:lstStyle/>
        <a:p>
          <a:pPr algn="l">
            <a:buFont typeface="+mj-lt"/>
            <a:buAutoNum type="arabicPeriod"/>
          </a:pPr>
          <a:r>
            <a:rPr lang="en-GB" b="0" i="0" dirty="0"/>
            <a:t>Repeatability and traceability</a:t>
          </a:r>
          <a:endParaRPr lang="en-US" dirty="0"/>
        </a:p>
      </dgm:t>
    </dgm:pt>
    <dgm:pt modelId="{CCC2DADF-896C-473C-BF2A-5E56A4495DF1}" type="parTrans" cxnId="{566124D6-23F5-468D-909F-ECCA978DA5FC}">
      <dgm:prSet/>
      <dgm:spPr/>
      <dgm:t>
        <a:bodyPr/>
        <a:lstStyle/>
        <a:p>
          <a:endParaRPr lang="en-US"/>
        </a:p>
      </dgm:t>
    </dgm:pt>
    <dgm:pt modelId="{55FE7AB9-8188-471F-B6F6-402D32A60781}" type="sibTrans" cxnId="{566124D6-23F5-468D-909F-ECCA978DA5FC}">
      <dgm:prSet/>
      <dgm:spPr/>
      <dgm:t>
        <a:bodyPr/>
        <a:lstStyle/>
        <a:p>
          <a:endParaRPr lang="en-US"/>
        </a:p>
      </dgm:t>
    </dgm:pt>
    <dgm:pt modelId="{6A125B36-06E9-4626-837F-47E97C10CE16}">
      <dgm:prSet phldrT="[Text]"/>
      <dgm:spPr/>
      <dgm:t>
        <a:bodyPr/>
        <a:lstStyle/>
        <a:p>
          <a:pPr algn="l">
            <a:buFont typeface="+mj-lt"/>
            <a:buAutoNum type="arabicPeriod"/>
          </a:pPr>
          <a:r>
            <a:rPr lang="en-GB" b="0" i="0" dirty="0"/>
            <a:t>Built-in prioritization</a:t>
          </a:r>
          <a:endParaRPr lang="en-US" b="0" dirty="0"/>
        </a:p>
      </dgm:t>
    </dgm:pt>
    <dgm:pt modelId="{EB598E3C-B7EC-4A50-812A-9D768D12AFE8}" type="parTrans" cxnId="{6573B812-0B96-4667-BDE2-5087D4262623}">
      <dgm:prSet/>
      <dgm:spPr/>
      <dgm:t>
        <a:bodyPr/>
        <a:lstStyle/>
        <a:p>
          <a:endParaRPr lang="en-US"/>
        </a:p>
      </dgm:t>
    </dgm:pt>
    <dgm:pt modelId="{147B613B-5CDB-4BCD-BCAF-E2B1ABA184D0}" type="sibTrans" cxnId="{6573B812-0B96-4667-BDE2-5087D4262623}">
      <dgm:prSet/>
      <dgm:spPr/>
      <dgm:t>
        <a:bodyPr/>
        <a:lstStyle/>
        <a:p>
          <a:endParaRPr lang="en-US"/>
        </a:p>
      </dgm:t>
    </dgm:pt>
    <dgm:pt modelId="{C80E5994-3C04-4589-945F-35B3FC3B7E64}">
      <dgm:prSet phldrT="[Text]"/>
      <dgm:spPr/>
      <dgm:t>
        <a:bodyPr/>
        <a:lstStyle/>
        <a:p>
          <a:pPr>
            <a:buFont typeface="Arial" panose="020B0604020202020204" pitchFamily="34" charset="0"/>
            <a:buChar char="•"/>
          </a:pPr>
          <a:r>
            <a:rPr lang="en-GB" b="0" i="0" dirty="0"/>
            <a:t>The same limits, filters, metrics, and decision rules are applied every time, so results do not depend on who reviewed the data or how carefully they clicked through plots that day.</a:t>
          </a:r>
          <a:endParaRPr lang="en-US" dirty="0"/>
        </a:p>
      </dgm:t>
    </dgm:pt>
    <dgm:pt modelId="{D25001B6-A09E-4553-A381-54E5643C3E86}" type="parTrans" cxnId="{D3C2BAC9-CD74-407D-8F33-74A2448F1986}">
      <dgm:prSet/>
      <dgm:spPr/>
      <dgm:t>
        <a:bodyPr/>
        <a:lstStyle/>
        <a:p>
          <a:endParaRPr lang="en-US"/>
        </a:p>
      </dgm:t>
    </dgm:pt>
    <dgm:pt modelId="{64877207-9B37-48A8-A448-939DBE54B55D}" type="sibTrans" cxnId="{D3C2BAC9-CD74-407D-8F33-74A2448F1986}">
      <dgm:prSet/>
      <dgm:spPr/>
      <dgm:t>
        <a:bodyPr/>
        <a:lstStyle/>
        <a:p>
          <a:endParaRPr lang="en-US"/>
        </a:p>
      </dgm:t>
    </dgm:pt>
    <dgm:pt modelId="{FB486DC5-2B2D-48D1-A01C-185599B92EAE}">
      <dgm:prSet phldrT="[Text]"/>
      <dgm:spPr/>
      <dgm:t>
        <a:bodyPr/>
        <a:lstStyle/>
        <a:p>
          <a:pPr>
            <a:buFont typeface="Arial" panose="020B0604020202020204" pitchFamily="34" charset="0"/>
            <a:buChar char="•"/>
          </a:pPr>
          <a:r>
            <a:rPr lang="en-GB" b="0" i="0" dirty="0"/>
            <a:t>Large lots, many wafers, many test columns, and repeated daily runs can be processed in minutes instead of requiring long manual sessions.</a:t>
          </a:r>
          <a:endParaRPr lang="en-US" dirty="0"/>
        </a:p>
      </dgm:t>
    </dgm:pt>
    <dgm:pt modelId="{B61141C8-10C7-4E8C-A75E-F87142C93EF8}" type="parTrans" cxnId="{0FD678A4-F302-4FDC-A621-C6967D73B9A7}">
      <dgm:prSet/>
      <dgm:spPr/>
      <dgm:t>
        <a:bodyPr/>
        <a:lstStyle/>
        <a:p>
          <a:endParaRPr lang="en-US"/>
        </a:p>
      </dgm:t>
    </dgm:pt>
    <dgm:pt modelId="{A583A86D-CADB-475F-B2BB-28A89E7C693E}" type="sibTrans" cxnId="{0FD678A4-F302-4FDC-A621-C6967D73B9A7}">
      <dgm:prSet/>
      <dgm:spPr/>
      <dgm:t>
        <a:bodyPr/>
        <a:lstStyle/>
        <a:p>
          <a:endParaRPr lang="en-US"/>
        </a:p>
      </dgm:t>
    </dgm:pt>
    <dgm:pt modelId="{02EF2331-C3A8-4860-9E66-6B0F5A80B3B1}">
      <dgm:prSet phldrT="[Text]"/>
      <dgm:spPr/>
      <dgm:t>
        <a:bodyPr/>
        <a:lstStyle/>
        <a:p>
          <a:pPr>
            <a:buFont typeface="Arial" panose="020B0604020202020204" pitchFamily="34" charset="0"/>
            <a:buChar char="•"/>
          </a:pPr>
          <a:r>
            <a:rPr lang="en-GB" b="0" i="0" dirty="0"/>
            <a:t>An automated flow can check every selected test systematically, while manual review usually narrows attention to a subset of plots and can miss weaker but still important issues.</a:t>
          </a:r>
          <a:endParaRPr lang="en-US" dirty="0"/>
        </a:p>
      </dgm:t>
    </dgm:pt>
    <dgm:pt modelId="{5BEC9FB1-C4BD-4B5C-ABE3-93075904A89B}" type="parTrans" cxnId="{7BA930A0-EAFE-4DA7-91D5-714271B51DDA}">
      <dgm:prSet/>
      <dgm:spPr/>
      <dgm:t>
        <a:bodyPr/>
        <a:lstStyle/>
        <a:p>
          <a:endParaRPr lang="en-US"/>
        </a:p>
      </dgm:t>
    </dgm:pt>
    <dgm:pt modelId="{B7A6E6E4-CD8E-4BEA-9762-E5A9E6DD0DE3}" type="sibTrans" cxnId="{7BA930A0-EAFE-4DA7-91D5-714271B51DDA}">
      <dgm:prSet/>
      <dgm:spPr/>
      <dgm:t>
        <a:bodyPr/>
        <a:lstStyle/>
        <a:p>
          <a:endParaRPr lang="en-US"/>
        </a:p>
      </dgm:t>
    </dgm:pt>
    <dgm:pt modelId="{D5088498-2416-482F-A222-6FA4F6B3008E}">
      <dgm:prSet phldrT="[Text]"/>
      <dgm:spPr/>
      <dgm:t>
        <a:bodyPr/>
        <a:lstStyle/>
        <a:p>
          <a:pPr>
            <a:buFont typeface="Arial" panose="020B0604020202020204" pitchFamily="34" charset="0"/>
            <a:buChar char="•"/>
          </a:pPr>
          <a:r>
            <a:rPr lang="en-GB" b="0" i="0" dirty="0"/>
            <a:t>You can rerun the exact same configuration on new data or on historical data and get comparable outputs, which is much harder with manual interactive review.</a:t>
          </a:r>
          <a:endParaRPr lang="en-US" dirty="0"/>
        </a:p>
      </dgm:t>
    </dgm:pt>
    <dgm:pt modelId="{D13C567C-3EED-443A-8FB6-B0304E762F26}" type="parTrans" cxnId="{2DF9C920-0419-4AD1-AA8F-B811D580D78A}">
      <dgm:prSet/>
      <dgm:spPr/>
      <dgm:t>
        <a:bodyPr/>
        <a:lstStyle/>
        <a:p>
          <a:endParaRPr lang="en-US"/>
        </a:p>
      </dgm:t>
    </dgm:pt>
    <dgm:pt modelId="{0426C82C-B80B-40D7-9989-461FD16E2EAB}" type="sibTrans" cxnId="{2DF9C920-0419-4AD1-AA8F-B811D580D78A}">
      <dgm:prSet/>
      <dgm:spPr/>
      <dgm:t>
        <a:bodyPr/>
        <a:lstStyle/>
        <a:p>
          <a:endParaRPr lang="en-US"/>
        </a:p>
      </dgm:t>
    </dgm:pt>
    <dgm:pt modelId="{4DC74D50-90F4-4C3E-B1D3-803D5DC0A490}">
      <dgm:prSet phldrT="[Text]"/>
      <dgm:spPr/>
      <dgm:t>
        <a:bodyPr/>
        <a:lstStyle/>
        <a:p>
          <a:pPr>
            <a:buFont typeface="Arial" panose="020B0604020202020204" pitchFamily="34" charset="0"/>
            <a:buChar char="•"/>
          </a:pPr>
          <a:r>
            <a:rPr lang="en-GB" b="0" i="0"/>
            <a:t> </a:t>
          </a:r>
          <a:r>
            <a:rPr lang="en-GB" b="0" i="0" dirty="0"/>
            <a:t>Automatic tagging of yield loss, </a:t>
          </a:r>
          <a:r>
            <a:rPr lang="en-GB" b="0" i="0" dirty="0" err="1"/>
            <a:t>Cpk</a:t>
          </a:r>
          <a:r>
            <a:rPr lang="en-GB" b="0" i="0" dirty="0"/>
            <a:t> issues, site-to-site deltas, skewness, multimodality, fail counts, and fail coordinates helps focus engineering attention on the highest-value problems first.</a:t>
          </a:r>
          <a:endParaRPr lang="en-US" dirty="0"/>
        </a:p>
      </dgm:t>
    </dgm:pt>
    <dgm:pt modelId="{5130D8CF-5D01-4A49-8AC8-5E093C98EFE3}" type="parTrans" cxnId="{F2F70ED1-96D2-4CA9-BB33-86AE6977E1EA}">
      <dgm:prSet/>
      <dgm:spPr/>
      <dgm:t>
        <a:bodyPr/>
        <a:lstStyle/>
        <a:p>
          <a:endParaRPr lang="en-US"/>
        </a:p>
      </dgm:t>
    </dgm:pt>
    <dgm:pt modelId="{E1BE9EB2-703E-49ED-BF44-D87EB1950AF0}" type="sibTrans" cxnId="{F2F70ED1-96D2-4CA9-BB33-86AE6977E1EA}">
      <dgm:prSet/>
      <dgm:spPr/>
      <dgm:t>
        <a:bodyPr/>
        <a:lstStyle/>
        <a:p>
          <a:endParaRPr lang="en-US"/>
        </a:p>
      </dgm:t>
    </dgm:pt>
    <dgm:pt modelId="{E8624142-EF13-4E3C-815B-8F1609BAA1FC}" type="pres">
      <dgm:prSet presAssocID="{14BC0C4B-3083-4652-A770-AE9628AE804C}" presName="Name0" presStyleCnt="0">
        <dgm:presLayoutVars>
          <dgm:dir/>
          <dgm:animLvl val="lvl"/>
          <dgm:resizeHandles val="exact"/>
        </dgm:presLayoutVars>
      </dgm:prSet>
      <dgm:spPr/>
    </dgm:pt>
    <dgm:pt modelId="{E37470D1-13ED-4FB0-BA44-76534E030F3B}" type="pres">
      <dgm:prSet presAssocID="{05375D35-F5CF-4040-8B43-0F9C93248933}" presName="linNode" presStyleCnt="0"/>
      <dgm:spPr/>
    </dgm:pt>
    <dgm:pt modelId="{D49C15EC-F9E3-448B-A0B0-D68C80D50DEF}" type="pres">
      <dgm:prSet presAssocID="{05375D35-F5CF-4040-8B43-0F9C93248933}" presName="parentText" presStyleLbl="node1" presStyleIdx="0" presStyleCnt="5">
        <dgm:presLayoutVars>
          <dgm:chMax val="1"/>
          <dgm:bulletEnabled val="1"/>
        </dgm:presLayoutVars>
      </dgm:prSet>
      <dgm:spPr/>
    </dgm:pt>
    <dgm:pt modelId="{F4D648B3-AEE0-454E-911C-82E273A8ECA3}" type="pres">
      <dgm:prSet presAssocID="{05375D35-F5CF-4040-8B43-0F9C93248933}" presName="descendantText" presStyleLbl="alignAccFollowNode1" presStyleIdx="0" presStyleCnt="5">
        <dgm:presLayoutVars>
          <dgm:bulletEnabled val="1"/>
        </dgm:presLayoutVars>
      </dgm:prSet>
      <dgm:spPr/>
    </dgm:pt>
    <dgm:pt modelId="{17DA3EBA-8B88-4086-8694-C162A44FF155}" type="pres">
      <dgm:prSet presAssocID="{08C42831-5463-426C-B64C-C2E41AD97FE3}" presName="sp" presStyleCnt="0"/>
      <dgm:spPr/>
    </dgm:pt>
    <dgm:pt modelId="{F8418C88-A4E7-4F6B-9F36-EC74B12B9BCD}" type="pres">
      <dgm:prSet presAssocID="{0BD12481-AFBF-4075-80F7-BE82115840C7}" presName="linNode" presStyleCnt="0"/>
      <dgm:spPr/>
    </dgm:pt>
    <dgm:pt modelId="{6848DB83-92D3-4892-9149-E455ADC14F89}" type="pres">
      <dgm:prSet presAssocID="{0BD12481-AFBF-4075-80F7-BE82115840C7}" presName="parentText" presStyleLbl="node1" presStyleIdx="1" presStyleCnt="5">
        <dgm:presLayoutVars>
          <dgm:chMax val="1"/>
          <dgm:bulletEnabled val="1"/>
        </dgm:presLayoutVars>
      </dgm:prSet>
      <dgm:spPr/>
    </dgm:pt>
    <dgm:pt modelId="{001C8C70-0F0E-4043-9F6B-7F02C36FCFAF}" type="pres">
      <dgm:prSet presAssocID="{0BD12481-AFBF-4075-80F7-BE82115840C7}" presName="descendantText" presStyleLbl="alignAccFollowNode1" presStyleIdx="1" presStyleCnt="5">
        <dgm:presLayoutVars>
          <dgm:bulletEnabled val="1"/>
        </dgm:presLayoutVars>
      </dgm:prSet>
      <dgm:spPr/>
    </dgm:pt>
    <dgm:pt modelId="{573F78E2-DC0A-4901-889B-907B72B232B1}" type="pres">
      <dgm:prSet presAssocID="{8A645302-0684-44FF-83EC-7CFCD2202ED0}" presName="sp" presStyleCnt="0"/>
      <dgm:spPr/>
    </dgm:pt>
    <dgm:pt modelId="{B83CB833-2931-4E09-8F1B-1B336A6AB463}" type="pres">
      <dgm:prSet presAssocID="{A020CD70-28B0-42C9-AB85-5D3F38187AA2}" presName="linNode" presStyleCnt="0"/>
      <dgm:spPr/>
    </dgm:pt>
    <dgm:pt modelId="{C14B1D72-B751-41CB-9428-22C49C917FBF}" type="pres">
      <dgm:prSet presAssocID="{A020CD70-28B0-42C9-AB85-5D3F38187AA2}" presName="parentText" presStyleLbl="node1" presStyleIdx="2" presStyleCnt="5">
        <dgm:presLayoutVars>
          <dgm:chMax val="1"/>
          <dgm:bulletEnabled val="1"/>
        </dgm:presLayoutVars>
      </dgm:prSet>
      <dgm:spPr/>
    </dgm:pt>
    <dgm:pt modelId="{E2B3587A-7AF0-4A06-8D0E-0256EA8AAF2C}" type="pres">
      <dgm:prSet presAssocID="{A020CD70-28B0-42C9-AB85-5D3F38187AA2}" presName="descendantText" presStyleLbl="alignAccFollowNode1" presStyleIdx="2" presStyleCnt="5" custLinFactNeighborY="0">
        <dgm:presLayoutVars>
          <dgm:bulletEnabled val="1"/>
        </dgm:presLayoutVars>
      </dgm:prSet>
      <dgm:spPr/>
    </dgm:pt>
    <dgm:pt modelId="{1633D140-4D59-47E1-9AC4-1982F65F548E}" type="pres">
      <dgm:prSet presAssocID="{0E705CD6-12E0-4282-91D5-694A82795562}" presName="sp" presStyleCnt="0"/>
      <dgm:spPr/>
    </dgm:pt>
    <dgm:pt modelId="{85C98D57-D01D-41F1-B074-95051345C23B}" type="pres">
      <dgm:prSet presAssocID="{D5D9A851-41A5-498E-9A97-E98C6902FC6A}" presName="linNode" presStyleCnt="0"/>
      <dgm:spPr/>
    </dgm:pt>
    <dgm:pt modelId="{7D02FE92-DECB-4E17-B206-108C1608D260}" type="pres">
      <dgm:prSet presAssocID="{D5D9A851-41A5-498E-9A97-E98C6902FC6A}" presName="parentText" presStyleLbl="node1" presStyleIdx="3" presStyleCnt="5">
        <dgm:presLayoutVars>
          <dgm:chMax val="1"/>
          <dgm:bulletEnabled val="1"/>
        </dgm:presLayoutVars>
      </dgm:prSet>
      <dgm:spPr/>
    </dgm:pt>
    <dgm:pt modelId="{E79A0890-0BD5-4FB9-B544-BD632776ED7C}" type="pres">
      <dgm:prSet presAssocID="{D5D9A851-41A5-498E-9A97-E98C6902FC6A}" presName="descendantText" presStyleLbl="alignAccFollowNode1" presStyleIdx="3" presStyleCnt="5">
        <dgm:presLayoutVars>
          <dgm:bulletEnabled val="1"/>
        </dgm:presLayoutVars>
      </dgm:prSet>
      <dgm:spPr/>
    </dgm:pt>
    <dgm:pt modelId="{414F14CB-E150-4D3E-ACAB-0CD40C9A2727}" type="pres">
      <dgm:prSet presAssocID="{55FE7AB9-8188-471F-B6F6-402D32A60781}" presName="sp" presStyleCnt="0"/>
      <dgm:spPr/>
    </dgm:pt>
    <dgm:pt modelId="{FA10950C-E235-4B70-9CEC-522E7F176EB1}" type="pres">
      <dgm:prSet presAssocID="{6A125B36-06E9-4626-837F-47E97C10CE16}" presName="linNode" presStyleCnt="0"/>
      <dgm:spPr/>
    </dgm:pt>
    <dgm:pt modelId="{9291AAE3-1D34-4278-B9C8-CEDE75E80BD8}" type="pres">
      <dgm:prSet presAssocID="{6A125B36-06E9-4626-837F-47E97C10CE16}" presName="parentText" presStyleLbl="node1" presStyleIdx="4" presStyleCnt="5">
        <dgm:presLayoutVars>
          <dgm:chMax val="1"/>
          <dgm:bulletEnabled val="1"/>
        </dgm:presLayoutVars>
      </dgm:prSet>
      <dgm:spPr/>
    </dgm:pt>
    <dgm:pt modelId="{F6A23BFE-E8A6-48B3-BC0D-3BA6C4B7BB3F}" type="pres">
      <dgm:prSet presAssocID="{6A125B36-06E9-4626-837F-47E97C10CE16}" presName="descendantText" presStyleLbl="alignAccFollowNode1" presStyleIdx="4" presStyleCnt="5">
        <dgm:presLayoutVars>
          <dgm:bulletEnabled val="1"/>
        </dgm:presLayoutVars>
      </dgm:prSet>
      <dgm:spPr/>
    </dgm:pt>
  </dgm:ptLst>
  <dgm:cxnLst>
    <dgm:cxn modelId="{313DBA03-7817-4D93-9C6E-FF6168E00650}" srcId="{14BC0C4B-3083-4652-A770-AE9628AE804C}" destId="{0BD12481-AFBF-4075-80F7-BE82115840C7}" srcOrd="1" destOrd="0" parTransId="{AA1F89CB-0D9E-40FC-9331-1D790B94E580}" sibTransId="{8A645302-0684-44FF-83EC-7CFCD2202ED0}"/>
    <dgm:cxn modelId="{6573B812-0B96-4667-BDE2-5087D4262623}" srcId="{14BC0C4B-3083-4652-A770-AE9628AE804C}" destId="{6A125B36-06E9-4626-837F-47E97C10CE16}" srcOrd="4" destOrd="0" parTransId="{EB598E3C-B7EC-4A50-812A-9D768D12AFE8}" sibTransId="{147B613B-5CDB-4BCD-BCAF-E2B1ABA184D0}"/>
    <dgm:cxn modelId="{2DF9C920-0419-4AD1-AA8F-B811D580D78A}" srcId="{D5D9A851-41A5-498E-9A97-E98C6902FC6A}" destId="{D5088498-2416-482F-A222-6FA4F6B3008E}" srcOrd="0" destOrd="0" parTransId="{D13C567C-3EED-443A-8FB6-B0304E762F26}" sibTransId="{0426C82C-B80B-40D7-9989-461FD16E2EAB}"/>
    <dgm:cxn modelId="{3F275032-EB1E-438B-AD75-DD02613EAB71}" type="presOf" srcId="{6A125B36-06E9-4626-837F-47E97C10CE16}" destId="{9291AAE3-1D34-4278-B9C8-CEDE75E80BD8}" srcOrd="0" destOrd="0" presId="urn:microsoft.com/office/officeart/2005/8/layout/vList5"/>
    <dgm:cxn modelId="{D60F8F38-3F22-4757-8D9D-3FAD9E5E4DA4}" type="presOf" srcId="{C80E5994-3C04-4589-945F-35B3FC3B7E64}" destId="{F4D648B3-AEE0-454E-911C-82E273A8ECA3}" srcOrd="0" destOrd="0" presId="urn:microsoft.com/office/officeart/2005/8/layout/vList5"/>
    <dgm:cxn modelId="{54A7BC3D-8DCE-46EB-98D5-DAABF2C0D80A}" type="presOf" srcId="{4DC74D50-90F4-4C3E-B1D3-803D5DC0A490}" destId="{F6A23BFE-E8A6-48B3-BC0D-3BA6C4B7BB3F}" srcOrd="0" destOrd="0" presId="urn:microsoft.com/office/officeart/2005/8/layout/vList5"/>
    <dgm:cxn modelId="{5980235E-3EF5-4243-82C6-05D6294CDD70}" type="presOf" srcId="{05375D35-F5CF-4040-8B43-0F9C93248933}" destId="{D49C15EC-F9E3-448B-A0B0-D68C80D50DEF}" srcOrd="0" destOrd="0" presId="urn:microsoft.com/office/officeart/2005/8/layout/vList5"/>
    <dgm:cxn modelId="{1684D446-1542-41B3-883C-CFC085A356D1}" type="presOf" srcId="{A020CD70-28B0-42C9-AB85-5D3F38187AA2}" destId="{C14B1D72-B751-41CB-9428-22C49C917FBF}" srcOrd="0" destOrd="0" presId="urn:microsoft.com/office/officeart/2005/8/layout/vList5"/>
    <dgm:cxn modelId="{7A116668-BEBE-4656-AA10-837E545D49ED}" type="presOf" srcId="{0BD12481-AFBF-4075-80F7-BE82115840C7}" destId="{6848DB83-92D3-4892-9149-E455ADC14F89}" srcOrd="0" destOrd="0" presId="urn:microsoft.com/office/officeart/2005/8/layout/vList5"/>
    <dgm:cxn modelId="{A6645870-013F-41A4-994F-767FEF9EFBFE}" type="presOf" srcId="{D5088498-2416-482F-A222-6FA4F6B3008E}" destId="{E79A0890-0BD5-4FB9-B544-BD632776ED7C}" srcOrd="0" destOrd="0" presId="urn:microsoft.com/office/officeart/2005/8/layout/vList5"/>
    <dgm:cxn modelId="{1A219852-46BE-4AEE-9636-1059EE5EFF12}" srcId="{14BC0C4B-3083-4652-A770-AE9628AE804C}" destId="{A020CD70-28B0-42C9-AB85-5D3F38187AA2}" srcOrd="2" destOrd="0" parTransId="{51D3F460-B118-4FDA-B23C-7536BF382DBB}" sibTransId="{0E705CD6-12E0-4282-91D5-694A82795562}"/>
    <dgm:cxn modelId="{16466359-01F2-4CE9-8177-E1E883719717}" type="presOf" srcId="{14BC0C4B-3083-4652-A770-AE9628AE804C}" destId="{E8624142-EF13-4E3C-815B-8F1609BAA1FC}" srcOrd="0" destOrd="0" presId="urn:microsoft.com/office/officeart/2005/8/layout/vList5"/>
    <dgm:cxn modelId="{7BA930A0-EAFE-4DA7-91D5-714271B51DDA}" srcId="{A020CD70-28B0-42C9-AB85-5D3F38187AA2}" destId="{02EF2331-C3A8-4860-9E66-6B0F5A80B3B1}" srcOrd="0" destOrd="0" parTransId="{5BEC9FB1-C4BD-4B5C-ABE3-93075904A89B}" sibTransId="{B7A6E6E4-CD8E-4BEA-9762-E5A9E6DD0DE3}"/>
    <dgm:cxn modelId="{0FD678A4-F302-4FDC-A621-C6967D73B9A7}" srcId="{0BD12481-AFBF-4075-80F7-BE82115840C7}" destId="{FB486DC5-2B2D-48D1-A01C-185599B92EAE}" srcOrd="0" destOrd="0" parTransId="{B61141C8-10C7-4E8C-A75E-F87142C93EF8}" sibTransId="{A583A86D-CADB-475F-B2BB-28A89E7C693E}"/>
    <dgm:cxn modelId="{FF1F90B3-FF65-41DF-A1C6-3E6F1D05F276}" type="presOf" srcId="{02EF2331-C3A8-4860-9E66-6B0F5A80B3B1}" destId="{E2B3587A-7AF0-4A06-8D0E-0256EA8AAF2C}" srcOrd="0" destOrd="0" presId="urn:microsoft.com/office/officeart/2005/8/layout/vList5"/>
    <dgm:cxn modelId="{263066C1-85A4-4E53-99E6-D0D92B5152A8}" type="presOf" srcId="{FB486DC5-2B2D-48D1-A01C-185599B92EAE}" destId="{001C8C70-0F0E-4043-9F6B-7F02C36FCFAF}" srcOrd="0" destOrd="0" presId="urn:microsoft.com/office/officeart/2005/8/layout/vList5"/>
    <dgm:cxn modelId="{D3C2BAC9-CD74-407D-8F33-74A2448F1986}" srcId="{05375D35-F5CF-4040-8B43-0F9C93248933}" destId="{C80E5994-3C04-4589-945F-35B3FC3B7E64}" srcOrd="0" destOrd="0" parTransId="{D25001B6-A09E-4553-A381-54E5643C3E86}" sibTransId="{64877207-9B37-48A8-A448-939DBE54B55D}"/>
    <dgm:cxn modelId="{F2F70ED1-96D2-4CA9-BB33-86AE6977E1EA}" srcId="{6A125B36-06E9-4626-837F-47E97C10CE16}" destId="{4DC74D50-90F4-4C3E-B1D3-803D5DC0A490}" srcOrd="0" destOrd="0" parTransId="{5130D8CF-5D01-4A49-8AC8-5E093C98EFE3}" sibTransId="{E1BE9EB2-703E-49ED-BF44-D87EB1950AF0}"/>
    <dgm:cxn modelId="{F67934D4-ADE5-4E4C-8744-EEDC491CD20C}" type="presOf" srcId="{D5D9A851-41A5-498E-9A97-E98C6902FC6A}" destId="{7D02FE92-DECB-4E17-B206-108C1608D260}" srcOrd="0" destOrd="0" presId="urn:microsoft.com/office/officeart/2005/8/layout/vList5"/>
    <dgm:cxn modelId="{566124D6-23F5-468D-909F-ECCA978DA5FC}" srcId="{14BC0C4B-3083-4652-A770-AE9628AE804C}" destId="{D5D9A851-41A5-498E-9A97-E98C6902FC6A}" srcOrd="3" destOrd="0" parTransId="{CCC2DADF-896C-473C-BF2A-5E56A4495DF1}" sibTransId="{55FE7AB9-8188-471F-B6F6-402D32A60781}"/>
    <dgm:cxn modelId="{107676F4-89D7-49F8-B3C9-57F8655417E2}" srcId="{14BC0C4B-3083-4652-A770-AE9628AE804C}" destId="{05375D35-F5CF-4040-8B43-0F9C93248933}" srcOrd="0" destOrd="0" parTransId="{85E94471-F947-42BF-B481-455A6E4984C7}" sibTransId="{08C42831-5463-426C-B64C-C2E41AD97FE3}"/>
    <dgm:cxn modelId="{3960B819-7F8E-444D-B449-8FAD3AC45DF7}" type="presParOf" srcId="{E8624142-EF13-4E3C-815B-8F1609BAA1FC}" destId="{E37470D1-13ED-4FB0-BA44-76534E030F3B}" srcOrd="0" destOrd="0" presId="urn:microsoft.com/office/officeart/2005/8/layout/vList5"/>
    <dgm:cxn modelId="{0D9A7DD5-7F8F-4D1D-9886-88B9AFCBB796}" type="presParOf" srcId="{E37470D1-13ED-4FB0-BA44-76534E030F3B}" destId="{D49C15EC-F9E3-448B-A0B0-D68C80D50DEF}" srcOrd="0" destOrd="0" presId="urn:microsoft.com/office/officeart/2005/8/layout/vList5"/>
    <dgm:cxn modelId="{56B978BF-AF76-473E-AE87-E4BA421AC15A}" type="presParOf" srcId="{E37470D1-13ED-4FB0-BA44-76534E030F3B}" destId="{F4D648B3-AEE0-454E-911C-82E273A8ECA3}" srcOrd="1" destOrd="0" presId="urn:microsoft.com/office/officeart/2005/8/layout/vList5"/>
    <dgm:cxn modelId="{CF1EE156-77A3-4F8A-BA13-674CAFB90618}" type="presParOf" srcId="{E8624142-EF13-4E3C-815B-8F1609BAA1FC}" destId="{17DA3EBA-8B88-4086-8694-C162A44FF155}" srcOrd="1" destOrd="0" presId="urn:microsoft.com/office/officeart/2005/8/layout/vList5"/>
    <dgm:cxn modelId="{61A20F4C-DAD7-4574-8B33-846C1293DC07}" type="presParOf" srcId="{E8624142-EF13-4E3C-815B-8F1609BAA1FC}" destId="{F8418C88-A4E7-4F6B-9F36-EC74B12B9BCD}" srcOrd="2" destOrd="0" presId="urn:microsoft.com/office/officeart/2005/8/layout/vList5"/>
    <dgm:cxn modelId="{17DC1EF9-1A08-44C7-B6D8-052B39C49D9E}" type="presParOf" srcId="{F8418C88-A4E7-4F6B-9F36-EC74B12B9BCD}" destId="{6848DB83-92D3-4892-9149-E455ADC14F89}" srcOrd="0" destOrd="0" presId="urn:microsoft.com/office/officeart/2005/8/layout/vList5"/>
    <dgm:cxn modelId="{EDC171B0-B5D3-46DD-B53A-DADA0B49FF52}" type="presParOf" srcId="{F8418C88-A4E7-4F6B-9F36-EC74B12B9BCD}" destId="{001C8C70-0F0E-4043-9F6B-7F02C36FCFAF}" srcOrd="1" destOrd="0" presId="urn:microsoft.com/office/officeart/2005/8/layout/vList5"/>
    <dgm:cxn modelId="{FDDF784F-03BC-4870-88CC-5FE9F515C63C}" type="presParOf" srcId="{E8624142-EF13-4E3C-815B-8F1609BAA1FC}" destId="{573F78E2-DC0A-4901-889B-907B72B232B1}" srcOrd="3" destOrd="0" presId="urn:microsoft.com/office/officeart/2005/8/layout/vList5"/>
    <dgm:cxn modelId="{473EE224-00A8-47C8-9892-66109763C968}" type="presParOf" srcId="{E8624142-EF13-4E3C-815B-8F1609BAA1FC}" destId="{B83CB833-2931-4E09-8F1B-1B336A6AB463}" srcOrd="4" destOrd="0" presId="urn:microsoft.com/office/officeart/2005/8/layout/vList5"/>
    <dgm:cxn modelId="{9D8AF734-3CF2-4DBE-966E-DDBBDA5AD37F}" type="presParOf" srcId="{B83CB833-2931-4E09-8F1B-1B336A6AB463}" destId="{C14B1D72-B751-41CB-9428-22C49C917FBF}" srcOrd="0" destOrd="0" presId="urn:microsoft.com/office/officeart/2005/8/layout/vList5"/>
    <dgm:cxn modelId="{88FFEA49-A6AD-4BE1-9148-8D89029F8E46}" type="presParOf" srcId="{B83CB833-2931-4E09-8F1B-1B336A6AB463}" destId="{E2B3587A-7AF0-4A06-8D0E-0256EA8AAF2C}" srcOrd="1" destOrd="0" presId="urn:microsoft.com/office/officeart/2005/8/layout/vList5"/>
    <dgm:cxn modelId="{535E8B06-3CA0-4BF4-ACFB-2016F8859E2A}" type="presParOf" srcId="{E8624142-EF13-4E3C-815B-8F1609BAA1FC}" destId="{1633D140-4D59-47E1-9AC4-1982F65F548E}" srcOrd="5" destOrd="0" presId="urn:microsoft.com/office/officeart/2005/8/layout/vList5"/>
    <dgm:cxn modelId="{71212046-4F89-4986-A965-A2BFABC6146A}" type="presParOf" srcId="{E8624142-EF13-4E3C-815B-8F1609BAA1FC}" destId="{85C98D57-D01D-41F1-B074-95051345C23B}" srcOrd="6" destOrd="0" presId="urn:microsoft.com/office/officeart/2005/8/layout/vList5"/>
    <dgm:cxn modelId="{6160CF24-3B9B-457D-A62F-222BBBC30F4A}" type="presParOf" srcId="{85C98D57-D01D-41F1-B074-95051345C23B}" destId="{7D02FE92-DECB-4E17-B206-108C1608D260}" srcOrd="0" destOrd="0" presId="urn:microsoft.com/office/officeart/2005/8/layout/vList5"/>
    <dgm:cxn modelId="{13592F14-45D7-4F6E-8CD6-A4A92E18AD56}" type="presParOf" srcId="{85C98D57-D01D-41F1-B074-95051345C23B}" destId="{E79A0890-0BD5-4FB9-B544-BD632776ED7C}" srcOrd="1" destOrd="0" presId="urn:microsoft.com/office/officeart/2005/8/layout/vList5"/>
    <dgm:cxn modelId="{428A8942-8A66-43A5-AB59-9EAFD7B874F0}" type="presParOf" srcId="{E8624142-EF13-4E3C-815B-8F1609BAA1FC}" destId="{414F14CB-E150-4D3E-ACAB-0CD40C9A2727}" srcOrd="7" destOrd="0" presId="urn:microsoft.com/office/officeart/2005/8/layout/vList5"/>
    <dgm:cxn modelId="{D580CC6E-5735-48A7-9018-2C6E0BEEC87F}" type="presParOf" srcId="{E8624142-EF13-4E3C-815B-8F1609BAA1FC}" destId="{FA10950C-E235-4B70-9CEC-522E7F176EB1}" srcOrd="8" destOrd="0" presId="urn:microsoft.com/office/officeart/2005/8/layout/vList5"/>
    <dgm:cxn modelId="{2598F483-7D06-41E3-934E-99B41941194B}" type="presParOf" srcId="{FA10950C-E235-4B70-9CEC-522E7F176EB1}" destId="{9291AAE3-1D34-4278-B9C8-CEDE75E80BD8}" srcOrd="0" destOrd="0" presId="urn:microsoft.com/office/officeart/2005/8/layout/vList5"/>
    <dgm:cxn modelId="{CDA80297-65D3-4E94-A2C9-1DEBB3B331A1}" type="presParOf" srcId="{FA10950C-E235-4B70-9CEC-522E7F176EB1}" destId="{F6A23BFE-E8A6-48B3-BC0D-3BA6C4B7BB3F}" srcOrd="1" destOrd="0" presId="urn:microsoft.com/office/officeart/2005/8/layout/vList5"/>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964973-B946-4259-8242-0246697356BC}">
      <dsp:nvSpPr>
        <dsp:cNvPr id="0" name=""/>
        <dsp:cNvSpPr/>
      </dsp:nvSpPr>
      <dsp:spPr>
        <a:xfrm rot="5400000">
          <a:off x="5007445" y="-2137130"/>
          <a:ext cx="561644" cy="4977192"/>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1910" tIns="20955" rIns="41910" bIns="20955" numCol="1" spcCol="1270" anchor="ctr" anchorCtr="0">
          <a:noAutofit/>
        </a:bodyPr>
        <a:lstStyle/>
        <a:p>
          <a:pPr marL="57150" lvl="1" indent="-57150" algn="l" defTabSz="488950">
            <a:lnSpc>
              <a:spcPct val="90000"/>
            </a:lnSpc>
            <a:spcBef>
              <a:spcPct val="0"/>
            </a:spcBef>
            <a:spcAft>
              <a:spcPct val="15000"/>
            </a:spcAft>
            <a:buChar char="•"/>
          </a:pPr>
          <a:r>
            <a:rPr lang="de-DE" sz="1100" kern="1200" dirty="0"/>
            <a:t>Detect all tests having at least </a:t>
          </a:r>
          <a:r>
            <a:rPr lang="de-DE" sz="1100" b="1" kern="1200" dirty="0"/>
            <a:t>1</a:t>
          </a:r>
          <a:r>
            <a:rPr lang="de-DE" sz="1100" kern="1200" dirty="0"/>
            <a:t> failing device</a:t>
          </a:r>
          <a:endParaRPr lang="en-US" sz="1100" kern="1200" dirty="0"/>
        </a:p>
      </dsp:txBody>
      <dsp:txXfrm rot="-5400000">
        <a:off x="2799672" y="98060"/>
        <a:ext cx="4949775" cy="506810"/>
      </dsp:txXfrm>
    </dsp:sp>
    <dsp:sp modelId="{B1C74ADF-8F45-42A0-B61B-8BA2C63738EA}">
      <dsp:nvSpPr>
        <dsp:cNvPr id="0" name=""/>
        <dsp:cNvSpPr/>
      </dsp:nvSpPr>
      <dsp:spPr>
        <a:xfrm>
          <a:off x="0" y="438"/>
          <a:ext cx="2799671" cy="70205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47625" rIns="95250" bIns="47625" numCol="1" spcCol="1270" anchor="ctr" anchorCtr="0">
          <a:noAutofit/>
        </a:bodyPr>
        <a:lstStyle/>
        <a:p>
          <a:pPr marL="0" lvl="0" indent="0" algn="ctr" defTabSz="1111250">
            <a:lnSpc>
              <a:spcPct val="90000"/>
            </a:lnSpc>
            <a:spcBef>
              <a:spcPct val="0"/>
            </a:spcBef>
            <a:spcAft>
              <a:spcPct val="35000"/>
            </a:spcAft>
            <a:buNone/>
          </a:pPr>
          <a:r>
            <a:rPr lang="de-DE" sz="2500" kern="1200" dirty="0"/>
            <a:t>Yield</a:t>
          </a:r>
          <a:endParaRPr lang="en-US" sz="2500" kern="1200" dirty="0"/>
        </a:p>
      </dsp:txBody>
      <dsp:txXfrm>
        <a:off x="34272" y="34710"/>
        <a:ext cx="2731127" cy="633511"/>
      </dsp:txXfrm>
    </dsp:sp>
    <dsp:sp modelId="{C1D27A63-A010-4A59-AD29-7C1299DC31E9}">
      <dsp:nvSpPr>
        <dsp:cNvPr id="0" name=""/>
        <dsp:cNvSpPr/>
      </dsp:nvSpPr>
      <dsp:spPr>
        <a:xfrm rot="5400000">
          <a:off x="5007445" y="-1399972"/>
          <a:ext cx="561644" cy="4977192"/>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1910" tIns="20955" rIns="41910" bIns="20955" numCol="1" spcCol="1270" anchor="ctr" anchorCtr="0">
          <a:noAutofit/>
        </a:bodyPr>
        <a:lstStyle/>
        <a:p>
          <a:pPr marL="57150" lvl="1" indent="-57150" algn="l" defTabSz="488950">
            <a:lnSpc>
              <a:spcPct val="90000"/>
            </a:lnSpc>
            <a:spcBef>
              <a:spcPct val="0"/>
            </a:spcBef>
            <a:spcAft>
              <a:spcPct val="15000"/>
            </a:spcAft>
            <a:buChar char="•"/>
          </a:pPr>
          <a:r>
            <a:rPr lang="de-DE" sz="1100" kern="1200" dirty="0"/>
            <a:t>Detect all tests having a </a:t>
          </a:r>
          <a:r>
            <a:rPr lang="de-DE" sz="1100" b="1" kern="1200" dirty="0"/>
            <a:t>Cpk &lt; 1.67</a:t>
          </a:r>
          <a:endParaRPr lang="en-US" sz="1100" b="1" kern="1200" dirty="0"/>
        </a:p>
        <a:p>
          <a:pPr marL="57150" lvl="1" indent="-57150" algn="l" defTabSz="488950">
            <a:lnSpc>
              <a:spcPct val="90000"/>
            </a:lnSpc>
            <a:spcBef>
              <a:spcPct val="0"/>
            </a:spcBef>
            <a:spcAft>
              <a:spcPct val="15000"/>
            </a:spcAft>
            <a:buChar char="•"/>
          </a:pPr>
          <a:r>
            <a:rPr lang="de-DE" sz="1100" kern="1200" dirty="0">
              <a:sym typeface="Wingdings" panose="05000000000000000000" pitchFamily="2" charset="2"/>
            </a:rPr>
            <a:t> Test d</a:t>
          </a:r>
          <a:r>
            <a:rPr lang="de-DE" sz="1100" kern="1200" dirty="0"/>
            <a:t>istributions close to the limits that might be passing but susceptible to generate yield losses in different testing setups</a:t>
          </a:r>
          <a:endParaRPr lang="en-US" sz="1100" kern="1200" dirty="0"/>
        </a:p>
      </dsp:txBody>
      <dsp:txXfrm rot="-5400000">
        <a:off x="2799672" y="835218"/>
        <a:ext cx="4949775" cy="506810"/>
      </dsp:txXfrm>
    </dsp:sp>
    <dsp:sp modelId="{2007917D-0F22-467F-883D-E42913EE747E}">
      <dsp:nvSpPr>
        <dsp:cNvPr id="0" name=""/>
        <dsp:cNvSpPr/>
      </dsp:nvSpPr>
      <dsp:spPr>
        <a:xfrm>
          <a:off x="0" y="737596"/>
          <a:ext cx="2799671" cy="70205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47625" rIns="95250" bIns="47625" numCol="1" spcCol="1270" anchor="ctr" anchorCtr="0">
          <a:noAutofit/>
        </a:bodyPr>
        <a:lstStyle/>
        <a:p>
          <a:pPr marL="0" lvl="0" indent="0" algn="ctr" defTabSz="1111250">
            <a:lnSpc>
              <a:spcPct val="90000"/>
            </a:lnSpc>
            <a:spcBef>
              <a:spcPct val="0"/>
            </a:spcBef>
            <a:spcAft>
              <a:spcPct val="35000"/>
            </a:spcAft>
            <a:buNone/>
          </a:pPr>
          <a:r>
            <a:rPr lang="de-DE" sz="2500" kern="1200" dirty="0"/>
            <a:t>Cpk low</a:t>
          </a:r>
          <a:endParaRPr lang="en-US" sz="2500" kern="1200" dirty="0"/>
        </a:p>
      </dsp:txBody>
      <dsp:txXfrm>
        <a:off x="34272" y="771868"/>
        <a:ext cx="2731127" cy="633511"/>
      </dsp:txXfrm>
    </dsp:sp>
    <dsp:sp modelId="{15CE0BDC-10A2-4D58-8F5F-48BCC19CC3DC}">
      <dsp:nvSpPr>
        <dsp:cNvPr id="0" name=""/>
        <dsp:cNvSpPr/>
      </dsp:nvSpPr>
      <dsp:spPr>
        <a:xfrm rot="5400000">
          <a:off x="5007445" y="-662814"/>
          <a:ext cx="561644" cy="4977192"/>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1910" tIns="20955" rIns="41910" bIns="20955" numCol="1" spcCol="1270" anchor="ctr" anchorCtr="0">
          <a:noAutofit/>
        </a:bodyPr>
        <a:lstStyle/>
        <a:p>
          <a:pPr marL="57150" lvl="1" indent="-57150" algn="l" defTabSz="488950">
            <a:lnSpc>
              <a:spcPct val="90000"/>
            </a:lnSpc>
            <a:spcBef>
              <a:spcPct val="0"/>
            </a:spcBef>
            <a:spcAft>
              <a:spcPct val="15000"/>
            </a:spcAft>
            <a:buChar char="•"/>
          </a:pPr>
          <a:r>
            <a:rPr lang="de-DE" sz="1100" kern="1200" dirty="0"/>
            <a:t>Detect all tests having a </a:t>
          </a:r>
          <a:r>
            <a:rPr lang="de-DE" sz="1100" b="1" kern="1200" dirty="0"/>
            <a:t>Cpk &gt; 20</a:t>
          </a:r>
          <a:endParaRPr lang="en-US" sz="1100" b="1" kern="1200" dirty="0"/>
        </a:p>
        <a:p>
          <a:pPr marL="57150" lvl="1" indent="-57150" algn="l" defTabSz="488950">
            <a:lnSpc>
              <a:spcPct val="90000"/>
            </a:lnSpc>
            <a:spcBef>
              <a:spcPct val="0"/>
            </a:spcBef>
            <a:spcAft>
              <a:spcPct val="15000"/>
            </a:spcAft>
            <a:buChar char="•"/>
          </a:pPr>
          <a:r>
            <a:rPr lang="de-DE" sz="1100" kern="1200" dirty="0">
              <a:sym typeface="Wingdings" panose="05000000000000000000" pitchFamily="2" charset="2"/>
            </a:rPr>
            <a:t> T</a:t>
          </a:r>
          <a:r>
            <a:rPr lang="de-DE" sz="1100" kern="1200" dirty="0"/>
            <a:t>ests having too wide limits, which degrade the coverage quality especially for </a:t>
          </a:r>
          <a:r>
            <a:rPr lang="de-DE" sz="1100" b="1" kern="1200" dirty="0"/>
            <a:t>non-monitoring</a:t>
          </a:r>
          <a:r>
            <a:rPr lang="de-DE" sz="1100" kern="1200" dirty="0"/>
            <a:t> tests</a:t>
          </a:r>
          <a:endParaRPr lang="en-US" sz="1100" kern="1200" dirty="0"/>
        </a:p>
      </dsp:txBody>
      <dsp:txXfrm rot="-5400000">
        <a:off x="2799672" y="1572376"/>
        <a:ext cx="4949775" cy="506810"/>
      </dsp:txXfrm>
    </dsp:sp>
    <dsp:sp modelId="{10B76C69-5F1F-47A4-A04C-810AD973A676}">
      <dsp:nvSpPr>
        <dsp:cNvPr id="0" name=""/>
        <dsp:cNvSpPr/>
      </dsp:nvSpPr>
      <dsp:spPr>
        <a:xfrm>
          <a:off x="0" y="1474754"/>
          <a:ext cx="2799671" cy="70205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47625" rIns="95250" bIns="47625" numCol="1" spcCol="1270" anchor="ctr" anchorCtr="0">
          <a:noAutofit/>
        </a:bodyPr>
        <a:lstStyle/>
        <a:p>
          <a:pPr marL="0" lvl="0" indent="0" algn="ctr" defTabSz="1111250">
            <a:lnSpc>
              <a:spcPct val="90000"/>
            </a:lnSpc>
            <a:spcBef>
              <a:spcPct val="0"/>
            </a:spcBef>
            <a:spcAft>
              <a:spcPct val="35000"/>
            </a:spcAft>
            <a:buNone/>
          </a:pPr>
          <a:r>
            <a:rPr lang="de-DE" sz="2500" kern="1200" dirty="0"/>
            <a:t>Cpk high</a:t>
          </a:r>
          <a:endParaRPr lang="en-US" sz="2500" kern="1200" dirty="0"/>
        </a:p>
      </dsp:txBody>
      <dsp:txXfrm>
        <a:off x="34272" y="1509026"/>
        <a:ext cx="2731127" cy="633511"/>
      </dsp:txXfrm>
    </dsp:sp>
    <dsp:sp modelId="{9EED6072-CE6A-4EAD-A4D6-BBA564F817C1}">
      <dsp:nvSpPr>
        <dsp:cNvPr id="0" name=""/>
        <dsp:cNvSpPr/>
      </dsp:nvSpPr>
      <dsp:spPr>
        <a:xfrm rot="5400000">
          <a:off x="5007445" y="74344"/>
          <a:ext cx="561644" cy="4977192"/>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1910" tIns="20955" rIns="41910" bIns="20955" numCol="1" spcCol="1270" anchor="ctr" anchorCtr="0">
          <a:noAutofit/>
        </a:bodyPr>
        <a:lstStyle/>
        <a:p>
          <a:pPr marL="57150" lvl="1" indent="-57150" algn="l" defTabSz="488950">
            <a:lnSpc>
              <a:spcPct val="90000"/>
            </a:lnSpc>
            <a:spcBef>
              <a:spcPct val="0"/>
            </a:spcBef>
            <a:spcAft>
              <a:spcPct val="15000"/>
            </a:spcAft>
            <a:buChar char="•"/>
          </a:pPr>
          <a:r>
            <a:rPr lang="de-DE" sz="1100" kern="1200" dirty="0"/>
            <a:t>Detect all tests showing site-to-site offset behavior</a:t>
          </a:r>
          <a:endParaRPr lang="en-US" sz="1100" kern="1200" dirty="0"/>
        </a:p>
        <a:p>
          <a:pPr marL="57150" lvl="1" indent="-57150" algn="l" defTabSz="488950">
            <a:lnSpc>
              <a:spcPct val="90000"/>
            </a:lnSpc>
            <a:spcBef>
              <a:spcPct val="0"/>
            </a:spcBef>
            <a:spcAft>
              <a:spcPct val="15000"/>
            </a:spcAft>
            <a:buChar char="•"/>
          </a:pPr>
          <a:r>
            <a:rPr lang="de-DE" sz="1100" kern="1200" dirty="0">
              <a:sym typeface="Wingdings" panose="05000000000000000000" pitchFamily="2" charset="2"/>
            </a:rPr>
            <a:t> Most likely HW-related issue</a:t>
          </a:r>
          <a:endParaRPr lang="en-US" sz="1100" kern="1200" dirty="0"/>
        </a:p>
      </dsp:txBody>
      <dsp:txXfrm rot="-5400000">
        <a:off x="2799672" y="2309535"/>
        <a:ext cx="4949775" cy="506810"/>
      </dsp:txXfrm>
    </dsp:sp>
    <dsp:sp modelId="{B74A47C3-990B-4F84-A49D-968447E37E75}">
      <dsp:nvSpPr>
        <dsp:cNvPr id="0" name=""/>
        <dsp:cNvSpPr/>
      </dsp:nvSpPr>
      <dsp:spPr>
        <a:xfrm>
          <a:off x="0" y="2211912"/>
          <a:ext cx="2799671" cy="70205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47625" rIns="95250" bIns="47625" numCol="1" spcCol="1270" anchor="ctr" anchorCtr="0">
          <a:noAutofit/>
        </a:bodyPr>
        <a:lstStyle/>
        <a:p>
          <a:pPr marL="0" lvl="0" indent="0" algn="ctr" defTabSz="1111250">
            <a:lnSpc>
              <a:spcPct val="90000"/>
            </a:lnSpc>
            <a:spcBef>
              <a:spcPct val="0"/>
            </a:spcBef>
            <a:spcAft>
              <a:spcPct val="35000"/>
            </a:spcAft>
            <a:buNone/>
          </a:pPr>
          <a:r>
            <a:rPr lang="de-DE" sz="2500" kern="1200" dirty="0"/>
            <a:t>Site-to-site deltas</a:t>
          </a:r>
          <a:endParaRPr lang="en-US" sz="2500" kern="1200" dirty="0"/>
        </a:p>
      </dsp:txBody>
      <dsp:txXfrm>
        <a:off x="34272" y="2246184"/>
        <a:ext cx="2731127" cy="633511"/>
      </dsp:txXfrm>
    </dsp:sp>
    <dsp:sp modelId="{CFC6CF9E-459C-4DE1-B624-F2CA7380BF19}">
      <dsp:nvSpPr>
        <dsp:cNvPr id="0" name=""/>
        <dsp:cNvSpPr/>
      </dsp:nvSpPr>
      <dsp:spPr>
        <a:xfrm rot="5400000">
          <a:off x="5007445" y="811502"/>
          <a:ext cx="561644" cy="4977192"/>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1910" tIns="20955" rIns="41910" bIns="20955" numCol="1" spcCol="1270" anchor="ctr" anchorCtr="0">
          <a:noAutofit/>
        </a:bodyPr>
        <a:lstStyle/>
        <a:p>
          <a:pPr marL="57150" lvl="1" indent="-57150" algn="l" defTabSz="488950">
            <a:lnSpc>
              <a:spcPct val="90000"/>
            </a:lnSpc>
            <a:spcBef>
              <a:spcPct val="0"/>
            </a:spcBef>
            <a:spcAft>
              <a:spcPct val="15000"/>
            </a:spcAft>
            <a:buChar char="•"/>
          </a:pPr>
          <a:r>
            <a:rPr lang="de-DE" sz="1100" kern="1200" dirty="0"/>
            <a:t>Detect all tests </a:t>
          </a:r>
          <a:r>
            <a:rPr lang="de-DE" sz="1100" b="1" kern="1200" dirty="0"/>
            <a:t>(analog only) </a:t>
          </a:r>
          <a:r>
            <a:rPr lang="de-DE" sz="1100" kern="1200" dirty="0"/>
            <a:t>having fixed </a:t>
          </a:r>
          <a:r>
            <a:rPr lang="de-DE" sz="1100" b="1" kern="1200" dirty="0"/>
            <a:t>(&lt; 10)</a:t>
          </a:r>
          <a:r>
            <a:rPr lang="de-DE" sz="1100" kern="1200" dirty="0"/>
            <a:t> test results</a:t>
          </a:r>
          <a:endParaRPr lang="en-US" sz="1100" kern="1200" dirty="0"/>
        </a:p>
        <a:p>
          <a:pPr marL="57150" lvl="1" indent="-57150" algn="l" defTabSz="488950">
            <a:lnSpc>
              <a:spcPct val="90000"/>
            </a:lnSpc>
            <a:spcBef>
              <a:spcPct val="0"/>
            </a:spcBef>
            <a:spcAft>
              <a:spcPct val="15000"/>
            </a:spcAft>
            <a:buChar char="•"/>
          </a:pPr>
          <a:r>
            <a:rPr lang="de-DE" sz="1100" kern="1200" dirty="0">
              <a:sym typeface="Wingdings" panose="05000000000000000000" pitchFamily="2" charset="2"/>
            </a:rPr>
            <a:t> </a:t>
          </a:r>
          <a:r>
            <a:rPr lang="de-DE" sz="1100" kern="1200" dirty="0"/>
            <a:t>Potential instrument quantization error, rounding or clipping errors, any other similar code issue ...</a:t>
          </a:r>
          <a:endParaRPr lang="en-US" sz="1100" kern="1200" dirty="0"/>
        </a:p>
      </dsp:txBody>
      <dsp:txXfrm rot="-5400000">
        <a:off x="2799672" y="3046693"/>
        <a:ext cx="4949775" cy="506810"/>
      </dsp:txXfrm>
    </dsp:sp>
    <dsp:sp modelId="{C07A23A5-B5C7-43A5-84B0-239E5A32CCE8}">
      <dsp:nvSpPr>
        <dsp:cNvPr id="0" name=""/>
        <dsp:cNvSpPr/>
      </dsp:nvSpPr>
      <dsp:spPr>
        <a:xfrm>
          <a:off x="0" y="2949071"/>
          <a:ext cx="2799671" cy="70205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47625" rIns="95250" bIns="47625" numCol="1" spcCol="1270" anchor="ctr" anchorCtr="0">
          <a:noAutofit/>
        </a:bodyPr>
        <a:lstStyle/>
        <a:p>
          <a:pPr marL="0" lvl="0" indent="0" algn="ctr" defTabSz="1111250">
            <a:lnSpc>
              <a:spcPct val="90000"/>
            </a:lnSpc>
            <a:spcBef>
              <a:spcPct val="0"/>
            </a:spcBef>
            <a:spcAft>
              <a:spcPct val="35000"/>
            </a:spcAft>
            <a:buNone/>
          </a:pPr>
          <a:r>
            <a:rPr lang="de-DE" sz="2500" kern="1200" dirty="0"/>
            <a:t>Unique values</a:t>
          </a:r>
          <a:endParaRPr lang="en-US" sz="2500" kern="1200" dirty="0"/>
        </a:p>
      </dsp:txBody>
      <dsp:txXfrm>
        <a:off x="34272" y="2983343"/>
        <a:ext cx="2731127" cy="633511"/>
      </dsp:txXfrm>
    </dsp:sp>
    <dsp:sp modelId="{C19819B9-2184-4B17-B186-DA304551B081}">
      <dsp:nvSpPr>
        <dsp:cNvPr id="0" name=""/>
        <dsp:cNvSpPr/>
      </dsp:nvSpPr>
      <dsp:spPr>
        <a:xfrm rot="5400000">
          <a:off x="5007445" y="1548660"/>
          <a:ext cx="561644" cy="4977192"/>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1910" tIns="20955" rIns="41910" bIns="20955" numCol="1" spcCol="1270" anchor="ctr" anchorCtr="0">
          <a:noAutofit/>
        </a:bodyPr>
        <a:lstStyle/>
        <a:p>
          <a:pPr marL="57150" lvl="1" indent="-57150" algn="l" defTabSz="488950">
            <a:lnSpc>
              <a:spcPct val="90000"/>
            </a:lnSpc>
            <a:spcBef>
              <a:spcPct val="0"/>
            </a:spcBef>
            <a:spcAft>
              <a:spcPct val="15000"/>
            </a:spcAft>
            <a:buChar char="•"/>
          </a:pPr>
          <a:r>
            <a:rPr lang="de-DE" sz="1100" kern="1200" dirty="0"/>
            <a:t>Detect all tests </a:t>
          </a:r>
          <a:r>
            <a:rPr lang="de-DE" sz="1100" b="1" kern="1200" dirty="0"/>
            <a:t>(analog only)</a:t>
          </a:r>
          <a:r>
            <a:rPr lang="de-DE" sz="1100" kern="1200" dirty="0"/>
            <a:t> having double or more distributions</a:t>
          </a:r>
          <a:endParaRPr lang="en-US" sz="1100" kern="1200" dirty="0"/>
        </a:p>
        <a:p>
          <a:pPr marL="57150" lvl="1" indent="-57150" algn="l" defTabSz="488950">
            <a:lnSpc>
              <a:spcPct val="90000"/>
            </a:lnSpc>
            <a:spcBef>
              <a:spcPct val="0"/>
            </a:spcBef>
            <a:spcAft>
              <a:spcPct val="15000"/>
            </a:spcAft>
            <a:buChar char="•"/>
          </a:pPr>
          <a:r>
            <a:rPr lang="de-DE" sz="1100" kern="1200" dirty="0">
              <a:sym typeface="Wingdings" panose="05000000000000000000" pitchFamily="2" charset="2"/>
            </a:rPr>
            <a:t> Mixed populations due to site-to-site offsets, process variation, ... etc</a:t>
          </a:r>
          <a:endParaRPr lang="en-US" sz="1100" kern="1200" dirty="0"/>
        </a:p>
      </dsp:txBody>
      <dsp:txXfrm rot="-5400000">
        <a:off x="2799672" y="3783851"/>
        <a:ext cx="4949775" cy="506810"/>
      </dsp:txXfrm>
    </dsp:sp>
    <dsp:sp modelId="{F1720DEE-FBD5-4CAE-88C6-6F23039B7FD7}">
      <dsp:nvSpPr>
        <dsp:cNvPr id="0" name=""/>
        <dsp:cNvSpPr/>
      </dsp:nvSpPr>
      <dsp:spPr>
        <a:xfrm>
          <a:off x="0" y="3686229"/>
          <a:ext cx="2799671" cy="70205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47625" rIns="95250" bIns="47625" numCol="1" spcCol="1270" anchor="ctr" anchorCtr="0">
          <a:noAutofit/>
        </a:bodyPr>
        <a:lstStyle/>
        <a:p>
          <a:pPr marL="0" lvl="0" indent="0" algn="ctr" defTabSz="1111250">
            <a:lnSpc>
              <a:spcPct val="90000"/>
            </a:lnSpc>
            <a:spcBef>
              <a:spcPct val="0"/>
            </a:spcBef>
            <a:spcAft>
              <a:spcPct val="35000"/>
            </a:spcAft>
            <a:buNone/>
          </a:pPr>
          <a:r>
            <a:rPr lang="de-DE" sz="2500" kern="1200" dirty="0"/>
            <a:t>Multimodality</a:t>
          </a:r>
          <a:endParaRPr lang="en-US" sz="2500" kern="1200" dirty="0"/>
        </a:p>
      </dsp:txBody>
      <dsp:txXfrm>
        <a:off x="34272" y="3720501"/>
        <a:ext cx="2731127" cy="633511"/>
      </dsp:txXfrm>
    </dsp:sp>
    <dsp:sp modelId="{CC78ED2A-2324-4031-8E22-1CA37F05E500}">
      <dsp:nvSpPr>
        <dsp:cNvPr id="0" name=""/>
        <dsp:cNvSpPr/>
      </dsp:nvSpPr>
      <dsp:spPr>
        <a:xfrm rot="5400000">
          <a:off x="5007445" y="2285818"/>
          <a:ext cx="561644" cy="4977192"/>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1910" tIns="20955" rIns="41910" bIns="20955" numCol="1" spcCol="1270" anchor="ctr" anchorCtr="0">
          <a:noAutofit/>
        </a:bodyPr>
        <a:lstStyle/>
        <a:p>
          <a:pPr marL="57150" lvl="1" indent="-57150" algn="l" defTabSz="488950">
            <a:lnSpc>
              <a:spcPct val="90000"/>
            </a:lnSpc>
            <a:spcBef>
              <a:spcPct val="0"/>
            </a:spcBef>
            <a:spcAft>
              <a:spcPct val="15000"/>
            </a:spcAft>
            <a:buChar char="•"/>
          </a:pPr>
          <a:r>
            <a:rPr lang="de-DE" sz="1100" kern="1200" dirty="0"/>
            <a:t>Detect all tests having „tails“ in the distribution</a:t>
          </a:r>
          <a:endParaRPr lang="en-US" sz="1100" kern="1200" dirty="0"/>
        </a:p>
        <a:p>
          <a:pPr marL="57150" lvl="1" indent="-57150" algn="l" defTabSz="488950">
            <a:lnSpc>
              <a:spcPct val="90000"/>
            </a:lnSpc>
            <a:spcBef>
              <a:spcPct val="0"/>
            </a:spcBef>
            <a:spcAft>
              <a:spcPct val="15000"/>
            </a:spcAft>
            <a:buChar char="•"/>
          </a:pPr>
          <a:r>
            <a:rPr lang="de-DE" sz="1100" kern="1200" dirty="0">
              <a:sym typeface="Wingdings" panose="05000000000000000000" pitchFamily="2" charset="2"/>
            </a:rPr>
            <a:t> Potential instrument settling issues, heating effects, intermittent contact or relay behavior, process variation, ... etc</a:t>
          </a:r>
          <a:endParaRPr lang="en-US" sz="1100" kern="1200" dirty="0"/>
        </a:p>
      </dsp:txBody>
      <dsp:txXfrm rot="-5400000">
        <a:off x="2799672" y="4521009"/>
        <a:ext cx="4949775" cy="506810"/>
      </dsp:txXfrm>
    </dsp:sp>
    <dsp:sp modelId="{4F97E081-78A5-4332-BB87-E02A66D2D741}">
      <dsp:nvSpPr>
        <dsp:cNvPr id="0" name=""/>
        <dsp:cNvSpPr/>
      </dsp:nvSpPr>
      <dsp:spPr>
        <a:xfrm>
          <a:off x="0" y="4423387"/>
          <a:ext cx="2799671" cy="70205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47625" rIns="95250" bIns="47625" numCol="1" spcCol="1270" anchor="ctr" anchorCtr="0">
          <a:noAutofit/>
        </a:bodyPr>
        <a:lstStyle/>
        <a:p>
          <a:pPr marL="0" lvl="0" indent="0" algn="ctr" defTabSz="1111250">
            <a:lnSpc>
              <a:spcPct val="90000"/>
            </a:lnSpc>
            <a:spcBef>
              <a:spcPct val="0"/>
            </a:spcBef>
            <a:spcAft>
              <a:spcPct val="35000"/>
            </a:spcAft>
            <a:buNone/>
          </a:pPr>
          <a:r>
            <a:rPr lang="de-DE" sz="2500" kern="1200" dirty="0"/>
            <a:t>Skewness</a:t>
          </a:r>
          <a:endParaRPr lang="en-US" sz="2500" kern="1200" dirty="0"/>
        </a:p>
      </dsp:txBody>
      <dsp:txXfrm>
        <a:off x="34272" y="4457659"/>
        <a:ext cx="2731127" cy="63351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252860D-DD4E-4E22-9D83-89D3A17B4437}">
      <dsp:nvSpPr>
        <dsp:cNvPr id="0" name=""/>
        <dsp:cNvSpPr/>
      </dsp:nvSpPr>
      <dsp:spPr>
        <a:xfrm rot="5400000">
          <a:off x="3087602" y="-1186238"/>
          <a:ext cx="679957" cy="3225958"/>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57150" lvl="1" indent="-57150" algn="l" defTabSz="355600">
            <a:lnSpc>
              <a:spcPct val="90000"/>
            </a:lnSpc>
            <a:spcBef>
              <a:spcPct val="0"/>
            </a:spcBef>
            <a:spcAft>
              <a:spcPct val="15000"/>
            </a:spcAft>
            <a:buFont typeface="Arial" panose="020B0604020202020204" pitchFamily="34" charset="0"/>
            <a:buChar char="•"/>
          </a:pPr>
          <a:r>
            <a:rPr lang="en-GB" sz="800" b="0" i="0" kern="1200" dirty="0"/>
            <a:t>The same workbook structure, plots, summaries, and </a:t>
          </a:r>
          <a:r>
            <a:rPr lang="en-GB" sz="800" b="0" i="0" kern="1200" dirty="0" err="1"/>
            <a:t>artifact</a:t>
          </a:r>
          <a:r>
            <a:rPr lang="en-GB" sz="800" b="0" i="0" kern="1200" dirty="0"/>
            <a:t> names are produced every time, which makes team communication and handoff easier.</a:t>
          </a:r>
          <a:endParaRPr lang="en-US" sz="800" kern="1200" dirty="0"/>
        </a:p>
      </dsp:txBody>
      <dsp:txXfrm rot="-5400000">
        <a:off x="1814602" y="119955"/>
        <a:ext cx="3192765" cy="613571"/>
      </dsp:txXfrm>
    </dsp:sp>
    <dsp:sp modelId="{7FCE42A3-FCEE-46AC-893A-127AE95FB38D}">
      <dsp:nvSpPr>
        <dsp:cNvPr id="0" name=""/>
        <dsp:cNvSpPr/>
      </dsp:nvSpPr>
      <dsp:spPr>
        <a:xfrm>
          <a:off x="0" y="1767"/>
          <a:ext cx="1814601" cy="849946"/>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32385" rIns="64770" bIns="32385" numCol="1" spcCol="1270" anchor="ctr" anchorCtr="0">
          <a:noAutofit/>
        </a:bodyPr>
        <a:lstStyle/>
        <a:p>
          <a:pPr marL="0" lvl="0" indent="0" algn="l" defTabSz="755650">
            <a:lnSpc>
              <a:spcPct val="90000"/>
            </a:lnSpc>
            <a:spcBef>
              <a:spcPct val="0"/>
            </a:spcBef>
            <a:spcAft>
              <a:spcPct val="35000"/>
            </a:spcAft>
            <a:buFont typeface="+mj-lt"/>
            <a:buNone/>
          </a:pPr>
          <a:r>
            <a:rPr lang="en-GB" sz="1700" b="0" i="0" kern="1200" dirty="0"/>
            <a:t>Standardized deliverables </a:t>
          </a:r>
          <a:endParaRPr lang="en-US" sz="1700" kern="1200" dirty="0"/>
        </a:p>
      </dsp:txBody>
      <dsp:txXfrm>
        <a:off x="41491" y="43258"/>
        <a:ext cx="1731619" cy="766964"/>
      </dsp:txXfrm>
    </dsp:sp>
    <dsp:sp modelId="{3E489D02-C4CE-4C62-8576-4F3C1E134D57}">
      <dsp:nvSpPr>
        <dsp:cNvPr id="0" name=""/>
        <dsp:cNvSpPr/>
      </dsp:nvSpPr>
      <dsp:spPr>
        <a:xfrm rot="5400000">
          <a:off x="3087602" y="-293794"/>
          <a:ext cx="679957" cy="3225958"/>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57150" lvl="1" indent="-57150" algn="l" defTabSz="355600">
            <a:lnSpc>
              <a:spcPct val="90000"/>
            </a:lnSpc>
            <a:spcBef>
              <a:spcPct val="0"/>
            </a:spcBef>
            <a:spcAft>
              <a:spcPct val="15000"/>
            </a:spcAft>
            <a:buFont typeface="Arial" panose="020B0604020202020204" pitchFamily="34" charset="0"/>
            <a:buChar char="•"/>
          </a:pPr>
          <a:r>
            <a:rPr lang="en-GB" sz="800" b="0" i="0" kern="1200" dirty="0"/>
            <a:t>Once the logic is automated, it becomes straightforward to compare lots, wafers, temperatures, insertions, or releases using the same analysis basis.</a:t>
          </a:r>
          <a:endParaRPr lang="en-US" sz="800" kern="1200" dirty="0"/>
        </a:p>
      </dsp:txBody>
      <dsp:txXfrm rot="-5400000">
        <a:off x="1814602" y="1012399"/>
        <a:ext cx="3192765" cy="613571"/>
      </dsp:txXfrm>
    </dsp:sp>
    <dsp:sp modelId="{678FE1AA-5264-40F4-85DE-5707929669F7}">
      <dsp:nvSpPr>
        <dsp:cNvPr id="0" name=""/>
        <dsp:cNvSpPr/>
      </dsp:nvSpPr>
      <dsp:spPr>
        <a:xfrm>
          <a:off x="0" y="894211"/>
          <a:ext cx="1814601" cy="849946"/>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32385" rIns="64770" bIns="32385" numCol="1" spcCol="1270" anchor="ctr" anchorCtr="0">
          <a:noAutofit/>
        </a:bodyPr>
        <a:lstStyle/>
        <a:p>
          <a:pPr marL="0" lvl="0" indent="0" algn="l" defTabSz="755650">
            <a:lnSpc>
              <a:spcPct val="90000"/>
            </a:lnSpc>
            <a:spcBef>
              <a:spcPct val="0"/>
            </a:spcBef>
            <a:spcAft>
              <a:spcPct val="35000"/>
            </a:spcAft>
            <a:buFont typeface="+mj-lt"/>
            <a:buNone/>
          </a:pPr>
          <a:r>
            <a:rPr lang="en-GB" sz="1700" b="0" i="0" kern="1200" dirty="0"/>
            <a:t>Easier trend comparison </a:t>
          </a:r>
          <a:endParaRPr lang="en-US" sz="1700" kern="1200" dirty="0"/>
        </a:p>
      </dsp:txBody>
      <dsp:txXfrm>
        <a:off x="41491" y="935702"/>
        <a:ext cx="1731619" cy="766964"/>
      </dsp:txXfrm>
    </dsp:sp>
    <dsp:sp modelId="{BBF17651-7334-4B6A-81B6-8CF6B43D4228}">
      <dsp:nvSpPr>
        <dsp:cNvPr id="0" name=""/>
        <dsp:cNvSpPr/>
      </dsp:nvSpPr>
      <dsp:spPr>
        <a:xfrm rot="5400000">
          <a:off x="3087602" y="598649"/>
          <a:ext cx="679957" cy="3225958"/>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57150" lvl="1" indent="-57150" algn="l" defTabSz="355600">
            <a:lnSpc>
              <a:spcPct val="90000"/>
            </a:lnSpc>
            <a:spcBef>
              <a:spcPct val="0"/>
            </a:spcBef>
            <a:spcAft>
              <a:spcPct val="15000"/>
            </a:spcAft>
            <a:buFont typeface="Arial" panose="020B0604020202020204" pitchFamily="34" charset="0"/>
            <a:buChar char="•"/>
          </a:pPr>
          <a:r>
            <a:rPr lang="en-GB" sz="800" b="0" i="0" kern="1200" dirty="0"/>
            <a:t>Automatically surfacing fail coordinates, site patterns, wafer-map </a:t>
          </a:r>
          <a:r>
            <a:rPr lang="en-GB" sz="800" b="0" i="0" kern="1200" dirty="0" err="1"/>
            <a:t>behavior</a:t>
          </a:r>
          <a:r>
            <a:rPr lang="en-GB" sz="800" b="0" i="0" kern="1200" dirty="0"/>
            <a:t>, and suspect metrics shortens the path from raw data to engineering hypotheses.</a:t>
          </a:r>
          <a:endParaRPr lang="en-US" sz="800" kern="1200" dirty="0"/>
        </a:p>
      </dsp:txBody>
      <dsp:txXfrm rot="-5400000">
        <a:off x="1814602" y="1904843"/>
        <a:ext cx="3192765" cy="613571"/>
      </dsp:txXfrm>
    </dsp:sp>
    <dsp:sp modelId="{9892086B-34AE-47EC-A211-7A93C31B6844}">
      <dsp:nvSpPr>
        <dsp:cNvPr id="0" name=""/>
        <dsp:cNvSpPr/>
      </dsp:nvSpPr>
      <dsp:spPr>
        <a:xfrm>
          <a:off x="0" y="1786655"/>
          <a:ext cx="1814601" cy="849946"/>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32385" rIns="64770" bIns="32385" numCol="1" spcCol="1270" anchor="ctr" anchorCtr="0">
          <a:noAutofit/>
        </a:bodyPr>
        <a:lstStyle/>
        <a:p>
          <a:pPr marL="0" lvl="0" indent="0" algn="l" defTabSz="755650">
            <a:lnSpc>
              <a:spcPct val="90000"/>
            </a:lnSpc>
            <a:spcBef>
              <a:spcPct val="0"/>
            </a:spcBef>
            <a:spcAft>
              <a:spcPct val="35000"/>
            </a:spcAft>
            <a:buFont typeface="+mj-lt"/>
            <a:buNone/>
          </a:pPr>
          <a:r>
            <a:rPr lang="en-GB" sz="1700" b="0" i="0" kern="1200" dirty="0"/>
            <a:t>Faster root-cause screening</a:t>
          </a:r>
          <a:endParaRPr lang="en-US" sz="1700" kern="1200" dirty="0"/>
        </a:p>
      </dsp:txBody>
      <dsp:txXfrm>
        <a:off x="41491" y="1828146"/>
        <a:ext cx="1731619" cy="766964"/>
      </dsp:txXfrm>
    </dsp:sp>
    <dsp:sp modelId="{8743B321-21C9-44DB-B745-B3D5ACC82104}">
      <dsp:nvSpPr>
        <dsp:cNvPr id="0" name=""/>
        <dsp:cNvSpPr/>
      </dsp:nvSpPr>
      <dsp:spPr>
        <a:xfrm rot="5400000">
          <a:off x="3087602" y="1491094"/>
          <a:ext cx="679957" cy="3225958"/>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57150" lvl="1" indent="-57150" algn="l" defTabSz="355600">
            <a:lnSpc>
              <a:spcPct val="90000"/>
            </a:lnSpc>
            <a:spcBef>
              <a:spcPct val="0"/>
            </a:spcBef>
            <a:spcAft>
              <a:spcPct val="15000"/>
            </a:spcAft>
            <a:buFont typeface="Arial" panose="020B0604020202020204" pitchFamily="34" charset="0"/>
            <a:buChar char="•"/>
          </a:pPr>
          <a:r>
            <a:rPr lang="en-GB" sz="800" b="0" i="0" kern="1200" dirty="0"/>
            <a:t>An automated tool can be run in batch, from scripts, in CI, or by non-developers via an executable, which is much more practical than requiring everyone to drive a visualization tool manually.</a:t>
          </a:r>
          <a:endParaRPr lang="en-US" sz="800" kern="1200" dirty="0"/>
        </a:p>
      </dsp:txBody>
      <dsp:txXfrm rot="-5400000">
        <a:off x="1814602" y="2797288"/>
        <a:ext cx="3192765" cy="613571"/>
      </dsp:txXfrm>
    </dsp:sp>
    <dsp:sp modelId="{21FFD5BC-7455-4021-A66E-7A3C6D75ED76}">
      <dsp:nvSpPr>
        <dsp:cNvPr id="0" name=""/>
        <dsp:cNvSpPr/>
      </dsp:nvSpPr>
      <dsp:spPr>
        <a:xfrm>
          <a:off x="0" y="2679099"/>
          <a:ext cx="1814601" cy="849946"/>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32385" rIns="64770" bIns="32385" numCol="1" spcCol="1270" anchor="ctr" anchorCtr="0">
          <a:noAutofit/>
        </a:bodyPr>
        <a:lstStyle/>
        <a:p>
          <a:pPr marL="0" lvl="0" indent="0" algn="l" defTabSz="755650">
            <a:lnSpc>
              <a:spcPct val="90000"/>
            </a:lnSpc>
            <a:spcBef>
              <a:spcPct val="0"/>
            </a:spcBef>
            <a:spcAft>
              <a:spcPct val="35000"/>
            </a:spcAft>
            <a:buFont typeface="+mj-lt"/>
            <a:buNone/>
          </a:pPr>
          <a:r>
            <a:rPr lang="en-GB" sz="1700" b="0" i="0" kern="1200" dirty="0"/>
            <a:t>Better integration into workflows </a:t>
          </a:r>
          <a:endParaRPr lang="en-US" sz="1700" kern="1200" dirty="0"/>
        </a:p>
      </dsp:txBody>
      <dsp:txXfrm>
        <a:off x="41491" y="2720590"/>
        <a:ext cx="1731619" cy="76696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4D648B3-AEE0-454E-911C-82E273A8ECA3}">
      <dsp:nvSpPr>
        <dsp:cNvPr id="0" name=""/>
        <dsp:cNvSpPr/>
      </dsp:nvSpPr>
      <dsp:spPr>
        <a:xfrm rot="5400000">
          <a:off x="3107683" y="-1249509"/>
          <a:ext cx="542405" cy="3180128"/>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0480" tIns="15240" rIns="30480" bIns="15240" numCol="1" spcCol="1270" anchor="ctr" anchorCtr="0">
          <a:noAutofit/>
        </a:bodyPr>
        <a:lstStyle/>
        <a:p>
          <a:pPr marL="57150" lvl="1" indent="-57150" algn="l" defTabSz="355600">
            <a:lnSpc>
              <a:spcPct val="90000"/>
            </a:lnSpc>
            <a:spcBef>
              <a:spcPct val="0"/>
            </a:spcBef>
            <a:spcAft>
              <a:spcPct val="15000"/>
            </a:spcAft>
            <a:buFont typeface="Arial" panose="020B0604020202020204" pitchFamily="34" charset="0"/>
            <a:buChar char="•"/>
          </a:pPr>
          <a:r>
            <a:rPr lang="en-GB" sz="800" b="0" i="0" kern="1200" dirty="0"/>
            <a:t>The same limits, filters, metrics, and decision rules are applied every time, so results do not depend on who reviewed the data or how carefully they clicked through plots that day.</a:t>
          </a:r>
          <a:endParaRPr lang="en-US" sz="800" kern="1200" dirty="0"/>
        </a:p>
      </dsp:txBody>
      <dsp:txXfrm rot="-5400000">
        <a:off x="1788822" y="95830"/>
        <a:ext cx="3153650" cy="489449"/>
      </dsp:txXfrm>
    </dsp:sp>
    <dsp:sp modelId="{D49C15EC-F9E3-448B-A0B0-D68C80D50DEF}">
      <dsp:nvSpPr>
        <dsp:cNvPr id="0" name=""/>
        <dsp:cNvSpPr/>
      </dsp:nvSpPr>
      <dsp:spPr>
        <a:xfrm>
          <a:off x="0" y="1550"/>
          <a:ext cx="1788822" cy="67800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l" defTabSz="800100">
            <a:lnSpc>
              <a:spcPct val="90000"/>
            </a:lnSpc>
            <a:spcBef>
              <a:spcPct val="0"/>
            </a:spcBef>
            <a:spcAft>
              <a:spcPct val="35000"/>
            </a:spcAft>
            <a:buFont typeface="+mj-lt"/>
            <a:buNone/>
          </a:pPr>
          <a:r>
            <a:rPr lang="en-GB" sz="1800" b="0" i="0" kern="1200" dirty="0"/>
            <a:t>Consistency </a:t>
          </a:r>
          <a:endParaRPr lang="en-US" sz="1800" kern="1200" dirty="0"/>
        </a:p>
      </dsp:txBody>
      <dsp:txXfrm>
        <a:off x="33098" y="34648"/>
        <a:ext cx="1722626" cy="611811"/>
      </dsp:txXfrm>
    </dsp:sp>
    <dsp:sp modelId="{001C8C70-0F0E-4043-9F6B-7F02C36FCFAF}">
      <dsp:nvSpPr>
        <dsp:cNvPr id="0" name=""/>
        <dsp:cNvSpPr/>
      </dsp:nvSpPr>
      <dsp:spPr>
        <a:xfrm rot="5400000">
          <a:off x="3107683" y="-537601"/>
          <a:ext cx="542405" cy="3180128"/>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0480" tIns="15240" rIns="30480" bIns="15240" numCol="1" spcCol="1270" anchor="ctr" anchorCtr="0">
          <a:noAutofit/>
        </a:bodyPr>
        <a:lstStyle/>
        <a:p>
          <a:pPr marL="57150" lvl="1" indent="-57150" algn="l" defTabSz="355600">
            <a:lnSpc>
              <a:spcPct val="90000"/>
            </a:lnSpc>
            <a:spcBef>
              <a:spcPct val="0"/>
            </a:spcBef>
            <a:spcAft>
              <a:spcPct val="15000"/>
            </a:spcAft>
            <a:buFont typeface="Arial" panose="020B0604020202020204" pitchFamily="34" charset="0"/>
            <a:buChar char="•"/>
          </a:pPr>
          <a:r>
            <a:rPr lang="en-GB" sz="800" b="0" i="0" kern="1200" dirty="0"/>
            <a:t>Large lots, many wafers, many test columns, and repeated daily runs can be processed in minutes instead of requiring long manual sessions.</a:t>
          </a:r>
          <a:endParaRPr lang="en-US" sz="800" kern="1200" dirty="0"/>
        </a:p>
      </dsp:txBody>
      <dsp:txXfrm rot="-5400000">
        <a:off x="1788822" y="807738"/>
        <a:ext cx="3153650" cy="489449"/>
      </dsp:txXfrm>
    </dsp:sp>
    <dsp:sp modelId="{6848DB83-92D3-4892-9149-E455ADC14F89}">
      <dsp:nvSpPr>
        <dsp:cNvPr id="0" name=""/>
        <dsp:cNvSpPr/>
      </dsp:nvSpPr>
      <dsp:spPr>
        <a:xfrm>
          <a:off x="0" y="713458"/>
          <a:ext cx="1788822" cy="67800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ctr" defTabSz="800100">
            <a:lnSpc>
              <a:spcPct val="90000"/>
            </a:lnSpc>
            <a:spcBef>
              <a:spcPct val="0"/>
            </a:spcBef>
            <a:spcAft>
              <a:spcPct val="35000"/>
            </a:spcAft>
            <a:buFont typeface="+mj-lt"/>
            <a:buNone/>
          </a:pPr>
          <a:r>
            <a:rPr lang="en-GB" sz="1800" b="0" i="0" kern="1200" dirty="0"/>
            <a:t>Speed at scale </a:t>
          </a:r>
          <a:endParaRPr lang="en-US" sz="1800" kern="1200" dirty="0"/>
        </a:p>
      </dsp:txBody>
      <dsp:txXfrm>
        <a:off x="33098" y="746556"/>
        <a:ext cx="1722626" cy="611811"/>
      </dsp:txXfrm>
    </dsp:sp>
    <dsp:sp modelId="{E2B3587A-7AF0-4A06-8D0E-0256EA8AAF2C}">
      <dsp:nvSpPr>
        <dsp:cNvPr id="0" name=""/>
        <dsp:cNvSpPr/>
      </dsp:nvSpPr>
      <dsp:spPr>
        <a:xfrm rot="5400000">
          <a:off x="3107683" y="174305"/>
          <a:ext cx="542405" cy="3180128"/>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0480" tIns="15240" rIns="30480" bIns="15240" numCol="1" spcCol="1270" anchor="ctr" anchorCtr="0">
          <a:noAutofit/>
        </a:bodyPr>
        <a:lstStyle/>
        <a:p>
          <a:pPr marL="57150" lvl="1" indent="-57150" algn="l" defTabSz="355600">
            <a:lnSpc>
              <a:spcPct val="90000"/>
            </a:lnSpc>
            <a:spcBef>
              <a:spcPct val="0"/>
            </a:spcBef>
            <a:spcAft>
              <a:spcPct val="15000"/>
            </a:spcAft>
            <a:buFont typeface="Arial" panose="020B0604020202020204" pitchFamily="34" charset="0"/>
            <a:buChar char="•"/>
          </a:pPr>
          <a:r>
            <a:rPr lang="en-GB" sz="800" b="0" i="0" kern="1200" dirty="0"/>
            <a:t>An automated flow can check every selected test systematically, while manual review usually narrows attention to a subset of plots and can miss weaker but still important issues.</a:t>
          </a:r>
          <a:endParaRPr lang="en-US" sz="800" kern="1200" dirty="0"/>
        </a:p>
      </dsp:txBody>
      <dsp:txXfrm rot="-5400000">
        <a:off x="1788822" y="1519644"/>
        <a:ext cx="3153650" cy="489449"/>
      </dsp:txXfrm>
    </dsp:sp>
    <dsp:sp modelId="{C14B1D72-B751-41CB-9428-22C49C917FBF}">
      <dsp:nvSpPr>
        <dsp:cNvPr id="0" name=""/>
        <dsp:cNvSpPr/>
      </dsp:nvSpPr>
      <dsp:spPr>
        <a:xfrm>
          <a:off x="0" y="1425366"/>
          <a:ext cx="1788822" cy="67800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l" defTabSz="800100">
            <a:lnSpc>
              <a:spcPct val="90000"/>
            </a:lnSpc>
            <a:spcBef>
              <a:spcPct val="0"/>
            </a:spcBef>
            <a:spcAft>
              <a:spcPct val="35000"/>
            </a:spcAft>
            <a:buFont typeface="+mj-lt"/>
            <a:buNone/>
          </a:pPr>
          <a:r>
            <a:rPr lang="en-GB" sz="1800" b="0" i="0" kern="1200" dirty="0"/>
            <a:t>Better coverage </a:t>
          </a:r>
          <a:endParaRPr lang="en-US" sz="1800" kern="1200" dirty="0"/>
        </a:p>
      </dsp:txBody>
      <dsp:txXfrm>
        <a:off x="33098" y="1458464"/>
        <a:ext cx="1722626" cy="611811"/>
      </dsp:txXfrm>
    </dsp:sp>
    <dsp:sp modelId="{E79A0890-0BD5-4FB9-B544-BD632776ED7C}">
      <dsp:nvSpPr>
        <dsp:cNvPr id="0" name=""/>
        <dsp:cNvSpPr/>
      </dsp:nvSpPr>
      <dsp:spPr>
        <a:xfrm rot="5400000">
          <a:off x="3107683" y="886213"/>
          <a:ext cx="542405" cy="3180128"/>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0480" tIns="15240" rIns="30480" bIns="15240" numCol="1" spcCol="1270" anchor="ctr" anchorCtr="0">
          <a:noAutofit/>
        </a:bodyPr>
        <a:lstStyle/>
        <a:p>
          <a:pPr marL="57150" lvl="1" indent="-57150" algn="l" defTabSz="355600">
            <a:lnSpc>
              <a:spcPct val="90000"/>
            </a:lnSpc>
            <a:spcBef>
              <a:spcPct val="0"/>
            </a:spcBef>
            <a:spcAft>
              <a:spcPct val="15000"/>
            </a:spcAft>
            <a:buFont typeface="Arial" panose="020B0604020202020204" pitchFamily="34" charset="0"/>
            <a:buChar char="•"/>
          </a:pPr>
          <a:r>
            <a:rPr lang="en-GB" sz="800" b="0" i="0" kern="1200" dirty="0"/>
            <a:t>You can rerun the exact same configuration on new data or on historical data and get comparable outputs, which is much harder with manual interactive review.</a:t>
          </a:r>
          <a:endParaRPr lang="en-US" sz="800" kern="1200" dirty="0"/>
        </a:p>
      </dsp:txBody>
      <dsp:txXfrm rot="-5400000">
        <a:off x="1788822" y="2231552"/>
        <a:ext cx="3153650" cy="489449"/>
      </dsp:txXfrm>
    </dsp:sp>
    <dsp:sp modelId="{7D02FE92-DECB-4E17-B206-108C1608D260}">
      <dsp:nvSpPr>
        <dsp:cNvPr id="0" name=""/>
        <dsp:cNvSpPr/>
      </dsp:nvSpPr>
      <dsp:spPr>
        <a:xfrm>
          <a:off x="0" y="2137274"/>
          <a:ext cx="1788822" cy="67800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l" defTabSz="800100">
            <a:lnSpc>
              <a:spcPct val="90000"/>
            </a:lnSpc>
            <a:spcBef>
              <a:spcPct val="0"/>
            </a:spcBef>
            <a:spcAft>
              <a:spcPct val="35000"/>
            </a:spcAft>
            <a:buFont typeface="+mj-lt"/>
            <a:buNone/>
          </a:pPr>
          <a:r>
            <a:rPr lang="en-GB" sz="1800" b="0" i="0" kern="1200" dirty="0"/>
            <a:t>Repeatability and traceability</a:t>
          </a:r>
          <a:endParaRPr lang="en-US" sz="1800" kern="1200" dirty="0"/>
        </a:p>
      </dsp:txBody>
      <dsp:txXfrm>
        <a:off x="33098" y="2170372"/>
        <a:ext cx="1722626" cy="611811"/>
      </dsp:txXfrm>
    </dsp:sp>
    <dsp:sp modelId="{F6A23BFE-E8A6-48B3-BC0D-3BA6C4B7BB3F}">
      <dsp:nvSpPr>
        <dsp:cNvPr id="0" name=""/>
        <dsp:cNvSpPr/>
      </dsp:nvSpPr>
      <dsp:spPr>
        <a:xfrm rot="5400000">
          <a:off x="3107683" y="1598121"/>
          <a:ext cx="542405" cy="3180128"/>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0480" tIns="15240" rIns="30480" bIns="15240" numCol="1" spcCol="1270" anchor="ctr" anchorCtr="0">
          <a:noAutofit/>
        </a:bodyPr>
        <a:lstStyle/>
        <a:p>
          <a:pPr marL="57150" lvl="1" indent="-57150" algn="l" defTabSz="355600">
            <a:lnSpc>
              <a:spcPct val="90000"/>
            </a:lnSpc>
            <a:spcBef>
              <a:spcPct val="0"/>
            </a:spcBef>
            <a:spcAft>
              <a:spcPct val="15000"/>
            </a:spcAft>
            <a:buFont typeface="Arial" panose="020B0604020202020204" pitchFamily="34" charset="0"/>
            <a:buChar char="•"/>
          </a:pPr>
          <a:r>
            <a:rPr lang="en-GB" sz="800" b="0" i="0" kern="1200"/>
            <a:t> </a:t>
          </a:r>
          <a:r>
            <a:rPr lang="en-GB" sz="800" b="0" i="0" kern="1200" dirty="0"/>
            <a:t>Automatic tagging of yield loss, </a:t>
          </a:r>
          <a:r>
            <a:rPr lang="en-GB" sz="800" b="0" i="0" kern="1200" dirty="0" err="1"/>
            <a:t>Cpk</a:t>
          </a:r>
          <a:r>
            <a:rPr lang="en-GB" sz="800" b="0" i="0" kern="1200" dirty="0"/>
            <a:t> issues, site-to-site deltas, skewness, multimodality, fail counts, and fail coordinates helps focus engineering attention on the highest-value problems first.</a:t>
          </a:r>
          <a:endParaRPr lang="en-US" sz="800" kern="1200" dirty="0"/>
        </a:p>
      </dsp:txBody>
      <dsp:txXfrm rot="-5400000">
        <a:off x="1788822" y="2943460"/>
        <a:ext cx="3153650" cy="489449"/>
      </dsp:txXfrm>
    </dsp:sp>
    <dsp:sp modelId="{9291AAE3-1D34-4278-B9C8-CEDE75E80BD8}">
      <dsp:nvSpPr>
        <dsp:cNvPr id="0" name=""/>
        <dsp:cNvSpPr/>
      </dsp:nvSpPr>
      <dsp:spPr>
        <a:xfrm>
          <a:off x="0" y="2849181"/>
          <a:ext cx="1788822" cy="67800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l" defTabSz="800100">
            <a:lnSpc>
              <a:spcPct val="90000"/>
            </a:lnSpc>
            <a:spcBef>
              <a:spcPct val="0"/>
            </a:spcBef>
            <a:spcAft>
              <a:spcPct val="35000"/>
            </a:spcAft>
            <a:buFont typeface="+mj-lt"/>
            <a:buNone/>
          </a:pPr>
          <a:r>
            <a:rPr lang="en-GB" sz="1800" b="0" i="0" kern="1200" dirty="0"/>
            <a:t>Built-in prioritization</a:t>
          </a:r>
          <a:endParaRPr lang="en-US" sz="1800" b="0" kern="1200" dirty="0"/>
        </a:p>
      </dsp:txBody>
      <dsp:txXfrm>
        <a:off x="33098" y="2882279"/>
        <a:ext cx="1722626" cy="611811"/>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32.emf"/></Relationships>
</file>

<file path=ppt/handoutMasters/_rels/handoutMaster1.xml.rels><?xml version="1.0" encoding="UTF-8" standalone="yes"?>
<Relationships xmlns="http://schemas.openxmlformats.org/package/2006/relationships"><Relationship Id="rId8" Type="http://schemas.openxmlformats.org/officeDocument/2006/relationships/tags" Target="../tags/tag211.xml"/><Relationship Id="rId3" Type="http://schemas.openxmlformats.org/officeDocument/2006/relationships/tags" Target="../tags/tag206.xml"/><Relationship Id="rId7" Type="http://schemas.openxmlformats.org/officeDocument/2006/relationships/tags" Target="../tags/tag210.xml"/><Relationship Id="rId12" Type="http://schemas.openxmlformats.org/officeDocument/2006/relationships/image" Target="../media/image11.png"/><Relationship Id="rId2" Type="http://schemas.openxmlformats.org/officeDocument/2006/relationships/tags" Target="../tags/tag205.xml"/><Relationship Id="rId1" Type="http://schemas.openxmlformats.org/officeDocument/2006/relationships/theme" Target="../theme/theme3.xml"/><Relationship Id="rId6" Type="http://schemas.openxmlformats.org/officeDocument/2006/relationships/tags" Target="../tags/tag209.xml"/><Relationship Id="rId11" Type="http://schemas.openxmlformats.org/officeDocument/2006/relationships/tags" Target="../tags/tag214.xml"/><Relationship Id="rId5" Type="http://schemas.openxmlformats.org/officeDocument/2006/relationships/tags" Target="../tags/tag208.xml"/><Relationship Id="rId10" Type="http://schemas.openxmlformats.org/officeDocument/2006/relationships/tags" Target="../tags/tag213.xml"/><Relationship Id="rId4" Type="http://schemas.openxmlformats.org/officeDocument/2006/relationships/tags" Target="../tags/tag207.xml"/><Relationship Id="rId9" Type="http://schemas.openxmlformats.org/officeDocument/2006/relationships/tags" Target="../tags/tag21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Header Placeholder" hidden="1"/>
          <p:cNvSpPr>
            <a:spLocks noGrp="1" noChangeArrowheads="1"/>
          </p:cNvSpPr>
          <p:nvPr>
            <p:ph type="hdr" sz="quarter"/>
            <p:custDataLst>
              <p:tags r:id="rId2"/>
            </p:custDataLst>
          </p:nvPr>
        </p:nvSpPr>
        <p:spPr bwMode="auto">
          <a:xfrm>
            <a:off x="7099300" y="0"/>
            <a:ext cx="0" cy="0"/>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defTabSz="955819">
              <a:defRPr sz="1200">
                <a:latin typeface="Tahoma" pitchFamily="34" charset="0"/>
              </a:defRPr>
            </a:lvl1pPr>
          </a:lstStyle>
          <a:p>
            <a:endParaRPr lang="en-US" sz="100" dirty="0">
              <a:noFill/>
              <a:latin typeface="Arial" panose="020B0604020202020204" pitchFamily="34" charset="0"/>
              <a:cs typeface="Arial" panose="020B0604020202020204" pitchFamily="34" charset="0"/>
            </a:endParaRPr>
          </a:p>
        </p:txBody>
      </p:sp>
      <p:sp>
        <p:nvSpPr>
          <p:cNvPr id="7" name="Footer Placeholder" hidden="1"/>
          <p:cNvSpPr>
            <a:spLocks noGrp="1"/>
          </p:cNvSpPr>
          <p:nvPr>
            <p:ph type="ftr" sz="quarter" idx="2"/>
            <p:custDataLst>
              <p:tags r:id="rId3"/>
            </p:custDataLst>
          </p:nvPr>
        </p:nvSpPr>
        <p:spPr>
          <a:xfrm>
            <a:off x="7099300" y="10234613"/>
            <a:ext cx="0" cy="0"/>
          </a:xfrm>
          <a:prstGeom prst="rect">
            <a:avLst/>
          </a:prstGeom>
        </p:spPr>
        <p:txBody>
          <a:bodyPr vert="horz" lIns="91440" tIns="45720" rIns="91440" bIns="45720" rtlCol="0" anchor="ctr"/>
          <a:lstStyle>
            <a:lvl1pPr algn="l">
              <a:defRPr sz="1200"/>
            </a:lvl1pPr>
          </a:lstStyle>
          <a:p>
            <a:pPr algn="ctr"/>
            <a:r>
              <a:rPr lang="en-US" sz="100" dirty="0">
                <a:noFill/>
                <a:latin typeface="Arial" panose="020B0604020202020204" pitchFamily="34" charset="0"/>
                <a:ea typeface="Verdana" pitchFamily="34" charset="0"/>
                <a:cs typeface="Arial" panose="020B0604020202020204" pitchFamily="34" charset="0"/>
              </a:rPr>
              <a:t>Copyright © Infineon Technologies AG 2020. All rights reserved.</a:t>
            </a:r>
          </a:p>
          <a:p>
            <a:pPr algn="ctr"/>
            <a:r>
              <a:rPr lang="en-US" sz="100" b="1" dirty="0">
                <a:noFill/>
                <a:latin typeface="Arial" panose="020B0604020202020204" pitchFamily="34" charset="0"/>
                <a:ea typeface="Verdana" pitchFamily="34" charset="0"/>
                <a:cs typeface="Arial" panose="020B0604020202020204" pitchFamily="34" charset="0"/>
              </a:rPr>
              <a:t>restricted</a:t>
            </a:r>
          </a:p>
        </p:txBody>
      </p:sp>
      <p:sp>
        <p:nvSpPr>
          <p:cNvPr id="9" name="Date Placeholder" hidden="1"/>
          <p:cNvSpPr>
            <a:spLocks noGrp="1"/>
          </p:cNvSpPr>
          <p:nvPr>
            <p:ph type="dt" sz="quarter" idx="1"/>
            <p:custDataLst>
              <p:tags r:id="rId4"/>
            </p:custDataLst>
          </p:nvPr>
        </p:nvSpPr>
        <p:spPr>
          <a:xfrm>
            <a:off x="7099300" y="10234613"/>
            <a:ext cx="0" cy="0"/>
          </a:xfrm>
          <a:prstGeom prst="rect">
            <a:avLst/>
          </a:prstGeom>
        </p:spPr>
        <p:txBody>
          <a:bodyPr vert="horz" lIns="91440" tIns="45720" rIns="91440" bIns="45720" rtlCol="0" anchor="ctr"/>
          <a:lstStyle>
            <a:lvl1pPr algn="r">
              <a:defRPr sz="1200"/>
            </a:lvl1pPr>
          </a:lstStyle>
          <a:p>
            <a:pPr algn="l"/>
            <a:r>
              <a:rPr lang="en-US" sz="100" dirty="0">
                <a:noFill/>
                <a:latin typeface="Arial" panose="020B0604020202020204" pitchFamily="34" charset="0"/>
                <a:ea typeface="Verdana" pitchFamily="34" charset="0"/>
                <a:cs typeface="Arial" panose="020B0604020202020204" pitchFamily="34" charset="0"/>
              </a:rPr>
              <a:t>2020-09-28</a:t>
            </a:r>
          </a:p>
          <a:p>
            <a:pPr algn="l"/>
            <a:endParaRPr lang="en-US" sz="100" dirty="0">
              <a:noFill/>
              <a:latin typeface="Arial" panose="020B0604020202020204" pitchFamily="34" charset="0"/>
              <a:ea typeface="Verdana" pitchFamily="34" charset="0"/>
              <a:cs typeface="Arial" panose="020B0604020202020204" pitchFamily="34" charset="0"/>
            </a:endParaRPr>
          </a:p>
        </p:txBody>
      </p:sp>
      <p:sp>
        <p:nvSpPr>
          <p:cNvPr id="10" name="Slide Number Placeholder"/>
          <p:cNvSpPr>
            <a:spLocks noGrp="1"/>
          </p:cNvSpPr>
          <p:nvPr>
            <p:ph type="sldNum" sz="quarter" idx="3"/>
          </p:nvPr>
        </p:nvSpPr>
        <p:spPr>
          <a:xfrm>
            <a:off x="5997922" y="9833798"/>
            <a:ext cx="612000" cy="288000"/>
          </a:xfrm>
          <a:prstGeom prst="rect">
            <a:avLst/>
          </a:prstGeom>
        </p:spPr>
        <p:txBody>
          <a:bodyPr vert="horz" lIns="0" tIns="0" rIns="0" bIns="0" rtlCol="0" anchor="ctr"/>
          <a:lstStyle>
            <a:lvl1pPr algn="r">
              <a:defRPr sz="1200"/>
            </a:lvl1pPr>
          </a:lstStyle>
          <a:p>
            <a:fld id="{4F5EA4BF-E9AE-43AF-B3B0-E8B2B4D213BF}" type="slidenum">
              <a:rPr lang="en-US" sz="800">
                <a:solidFill>
                  <a:srgbClr val="928285"/>
                </a:solidFill>
                <a:latin typeface="Arial" panose="020B0604020202020204" pitchFamily="34" charset="0"/>
                <a:ea typeface="Verdana" pitchFamily="34" charset="0"/>
                <a:cs typeface="Arial" panose="020B0604020202020204" pitchFamily="34" charset="0"/>
              </a:rPr>
              <a:pPr/>
              <a:t>‹#›</a:t>
            </a:fld>
            <a:endParaRPr lang="en-US" sz="800" dirty="0">
              <a:solidFill>
                <a:srgbClr val="928285"/>
              </a:solidFill>
              <a:latin typeface="Arial" panose="020B0604020202020204" pitchFamily="34" charset="0"/>
              <a:ea typeface="Verdana" pitchFamily="34" charset="0"/>
              <a:cs typeface="Arial" panose="020B0604020202020204" pitchFamily="34" charset="0"/>
            </a:endParaRPr>
          </a:p>
        </p:txBody>
      </p:sp>
      <p:sp>
        <p:nvSpPr>
          <p:cNvPr id="2" name="empower_document_placeholder" hidden="1">
            <a:extLst>
              <a:ext uri="{FF2B5EF4-FFF2-40B4-BE49-F238E27FC236}">
                <a16:creationId xmlns:a16="http://schemas.microsoft.com/office/drawing/2014/main" id="{AB77BC53-8E05-4977-B193-6A6AD69A870A}"/>
              </a:ext>
            </a:extLst>
          </p:cNvPr>
          <p:cNvSpPr txBox="1"/>
          <p:nvPr userDrawn="1">
            <p:custDataLst>
              <p:tags r:id="rId5"/>
            </p:custDataLst>
          </p:nvPr>
        </p:nvSpPr>
        <p:spPr bwMode="auto">
          <a:xfrm>
            <a:off x="489310" y="426585"/>
            <a:ext cx="2592000" cy="2880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de-DE" sz="800" kern="0">
                <a:solidFill>
                  <a:srgbClr val="928285"/>
                </a:solidFill>
                <a:latin typeface="Arial" panose="020B0604020202020204" pitchFamily="34" charset="0"/>
                <a:ea typeface="Verdana" pitchFamily="34" charset="0"/>
                <a:cs typeface="Arial" panose="020B0604020202020204" pitchFamily="34" charset="0"/>
              </a:rPr>
              <a:t>[Owner:   Doc ID:   Vers.: ]</a:t>
            </a:r>
            <a:endParaRPr lang="de-DE" sz="800" kern="0" dirty="0">
              <a:solidFill>
                <a:srgbClr val="928285"/>
              </a:solidFill>
              <a:latin typeface="Arial" panose="020B0604020202020204" pitchFamily="34" charset="0"/>
              <a:ea typeface="Verdana" pitchFamily="34" charset="0"/>
              <a:cs typeface="Arial" panose="020B0604020202020204" pitchFamily="34" charset="0"/>
            </a:endParaRPr>
          </a:p>
        </p:txBody>
      </p:sp>
      <p:sp>
        <p:nvSpPr>
          <p:cNvPr id="3" name="empower_proprietary_placeholder" hidden="1">
            <a:extLst>
              <a:ext uri="{FF2B5EF4-FFF2-40B4-BE49-F238E27FC236}">
                <a16:creationId xmlns:a16="http://schemas.microsoft.com/office/drawing/2014/main" id="{8A3F532B-9233-4B6C-A1AE-20F78C1A46B8}"/>
              </a:ext>
            </a:extLst>
          </p:cNvPr>
          <p:cNvSpPr txBox="1"/>
          <p:nvPr userDrawn="1">
            <p:custDataLst>
              <p:tags r:id="rId6"/>
            </p:custDataLst>
          </p:nvPr>
        </p:nvSpPr>
        <p:spPr bwMode="auto">
          <a:xfrm>
            <a:off x="5637922" y="9545798"/>
            <a:ext cx="972000" cy="2880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de-DE" sz="800" b="1" kern="0">
                <a:solidFill>
                  <a:srgbClr val="E30034"/>
                </a:solidFill>
                <a:latin typeface="Arial" panose="020B0604020202020204" pitchFamily="34" charset="0"/>
                <a:ea typeface="Verdana" pitchFamily="34" charset="0"/>
                <a:cs typeface="Arial" panose="020B0604020202020204" pitchFamily="34" charset="0"/>
              </a:rPr>
              <a:t>Infineon Proprietary</a:t>
            </a:r>
            <a:endParaRPr lang="de-DE" sz="800" b="1" kern="0" dirty="0">
              <a:solidFill>
                <a:srgbClr val="E30034"/>
              </a:solidFill>
              <a:latin typeface="Arial" panose="020B0604020202020204" pitchFamily="34" charset="0"/>
              <a:ea typeface="Verdana" pitchFamily="34" charset="0"/>
              <a:cs typeface="Arial" panose="020B0604020202020204" pitchFamily="34" charset="0"/>
            </a:endParaRPr>
          </a:p>
        </p:txBody>
      </p:sp>
      <p:sp>
        <p:nvSpPr>
          <p:cNvPr id="4" name="empower_draft_placeholder" hidden="1">
            <a:extLst>
              <a:ext uri="{FF2B5EF4-FFF2-40B4-BE49-F238E27FC236}">
                <a16:creationId xmlns:a16="http://schemas.microsoft.com/office/drawing/2014/main" id="{707F235E-2AB2-45AA-AAE4-3CA5D9E6B283}"/>
              </a:ext>
            </a:extLst>
          </p:cNvPr>
          <p:cNvSpPr txBox="1"/>
          <p:nvPr userDrawn="1">
            <p:custDataLst>
              <p:tags r:id="rId7"/>
            </p:custDataLst>
          </p:nvPr>
        </p:nvSpPr>
        <p:spPr bwMode="auto">
          <a:xfrm>
            <a:off x="489310" y="9545798"/>
            <a:ext cx="360362" cy="2880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de-DE" sz="800" b="1" kern="0">
                <a:solidFill>
                  <a:srgbClr val="E30034"/>
                </a:solidFill>
                <a:latin typeface="Arial" panose="020B0604020202020204" pitchFamily="34" charset="0"/>
                <a:ea typeface="Verdana" pitchFamily="34" charset="0"/>
                <a:cs typeface="Arial" panose="020B0604020202020204" pitchFamily="34" charset="0"/>
              </a:rPr>
              <a:t>- DRAFT -</a:t>
            </a:r>
            <a:endParaRPr lang="de-DE" sz="800" b="1" kern="0" dirty="0">
              <a:solidFill>
                <a:srgbClr val="E30034"/>
              </a:solidFill>
              <a:latin typeface="Arial" panose="020B0604020202020204" pitchFamily="34" charset="0"/>
              <a:ea typeface="Verdana" pitchFamily="34" charset="0"/>
              <a:cs typeface="Arial" panose="020B0604020202020204" pitchFamily="34" charset="0"/>
            </a:endParaRPr>
          </a:p>
        </p:txBody>
      </p:sp>
      <p:sp>
        <p:nvSpPr>
          <p:cNvPr id="5" name="empower_footer_placeholder">
            <a:extLst>
              <a:ext uri="{FF2B5EF4-FFF2-40B4-BE49-F238E27FC236}">
                <a16:creationId xmlns:a16="http://schemas.microsoft.com/office/drawing/2014/main" id="{5B6337D7-EF4A-437B-98C9-7A76CBDDE797}"/>
              </a:ext>
            </a:extLst>
          </p:cNvPr>
          <p:cNvSpPr txBox="1"/>
          <p:nvPr userDrawn="1">
            <p:custDataLst>
              <p:tags r:id="rId8"/>
            </p:custDataLst>
          </p:nvPr>
        </p:nvSpPr>
        <p:spPr bwMode="auto">
          <a:xfrm>
            <a:off x="2001479" y="9833798"/>
            <a:ext cx="3096343" cy="288000"/>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GB" sz="800" kern="0">
                <a:solidFill>
                  <a:srgbClr val="928285"/>
                </a:solidFill>
                <a:latin typeface="Arial" panose="020B0604020202020204" pitchFamily="34" charset="0"/>
                <a:ea typeface="Verdana" pitchFamily="34" charset="0"/>
                <a:cs typeface="Arial" panose="020B0604020202020204" pitchFamily="34" charset="0"/>
              </a:rPr>
              <a:t>Copyright © Infineon Technologies AG 2026. All rights reserved.</a:t>
            </a:r>
            <a:endParaRPr lang="en-US" sz="800" kern="0" dirty="0">
              <a:solidFill>
                <a:srgbClr val="928285"/>
              </a:solidFill>
              <a:latin typeface="Arial" panose="020B0604020202020204" pitchFamily="34" charset="0"/>
              <a:ea typeface="Verdana" pitchFamily="34" charset="0"/>
              <a:cs typeface="Arial" panose="020B0604020202020204" pitchFamily="34" charset="0"/>
            </a:endParaRPr>
          </a:p>
        </p:txBody>
      </p:sp>
      <p:sp>
        <p:nvSpPr>
          <p:cNvPr id="16" name="empower_classification_attention_placeholder" hidden="1">
            <a:extLst>
              <a:ext uri="{FF2B5EF4-FFF2-40B4-BE49-F238E27FC236}">
                <a16:creationId xmlns:a16="http://schemas.microsoft.com/office/drawing/2014/main" id="{07AA87B6-2D72-4228-A7D0-DDCA437050BF}"/>
              </a:ext>
            </a:extLst>
          </p:cNvPr>
          <p:cNvSpPr txBox="1"/>
          <p:nvPr userDrawn="1">
            <p:custDataLst>
              <p:tags r:id="rId9"/>
            </p:custDataLst>
          </p:nvPr>
        </p:nvSpPr>
        <p:spPr bwMode="auto">
          <a:xfrm>
            <a:off x="3063723" y="426585"/>
            <a:ext cx="971855" cy="288000"/>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de-DE" sz="800" b="1" kern="0">
                <a:solidFill>
                  <a:srgbClr val="E30034"/>
                </a:solidFill>
                <a:latin typeface="Arial" panose="020B0604020202020204" pitchFamily="34" charset="0"/>
                <a:ea typeface="Verdana" pitchFamily="34" charset="0"/>
                <a:cs typeface="Arial" panose="020B0604020202020204" pitchFamily="34" charset="0"/>
              </a:rPr>
              <a:t>Public</a:t>
            </a:r>
            <a:endParaRPr lang="de-DE" sz="800" b="1" kern="0" dirty="0">
              <a:solidFill>
                <a:srgbClr val="E30034"/>
              </a:solidFill>
              <a:latin typeface="Arial" panose="020B0604020202020204" pitchFamily="34" charset="0"/>
              <a:ea typeface="Verdana" pitchFamily="34" charset="0"/>
              <a:cs typeface="Arial" panose="020B0604020202020204" pitchFamily="34" charset="0"/>
            </a:endParaRPr>
          </a:p>
        </p:txBody>
      </p:sp>
      <p:sp>
        <p:nvSpPr>
          <p:cNvPr id="6" name="empower_classification_placeholder">
            <a:extLst>
              <a:ext uri="{FF2B5EF4-FFF2-40B4-BE49-F238E27FC236}">
                <a16:creationId xmlns:a16="http://schemas.microsoft.com/office/drawing/2014/main" id="{162FD7ED-CC36-4F26-ADD4-95B9EFF2AE3D}"/>
              </a:ext>
            </a:extLst>
          </p:cNvPr>
          <p:cNvSpPr txBox="1"/>
          <p:nvPr userDrawn="1">
            <p:custDataLst>
              <p:tags r:id="rId10"/>
            </p:custDataLst>
          </p:nvPr>
        </p:nvSpPr>
        <p:spPr bwMode="auto">
          <a:xfrm>
            <a:off x="3062327" y="426585"/>
            <a:ext cx="973251" cy="288000"/>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de-DE" sz="800" b="1" kern="0">
                <a:solidFill>
                  <a:srgbClr val="928285"/>
                </a:solidFill>
                <a:latin typeface="Arial" panose="020B0604020202020204" pitchFamily="34" charset="0"/>
                <a:ea typeface="Verdana" pitchFamily="34" charset="0"/>
                <a:cs typeface="Arial" panose="020B0604020202020204" pitchFamily="34" charset="0"/>
              </a:rPr>
              <a:t>Public</a:t>
            </a:r>
            <a:endParaRPr lang="de-DE" sz="800" b="1" kern="0" dirty="0">
              <a:solidFill>
                <a:srgbClr val="928285"/>
              </a:solidFill>
              <a:latin typeface="Arial" panose="020B0604020202020204" pitchFamily="34" charset="0"/>
              <a:ea typeface="Verdana" pitchFamily="34" charset="0"/>
              <a:cs typeface="Arial" panose="020B0604020202020204" pitchFamily="34" charset="0"/>
            </a:endParaRPr>
          </a:p>
        </p:txBody>
      </p:sp>
      <p:sp>
        <p:nvSpPr>
          <p:cNvPr id="14" name="empower_date_placeholder">
            <a:extLst>
              <a:ext uri="{FF2B5EF4-FFF2-40B4-BE49-F238E27FC236}">
                <a16:creationId xmlns:a16="http://schemas.microsoft.com/office/drawing/2014/main" id="{17C46F5C-5E8F-4CC2-80E6-B88261E13B5B}"/>
              </a:ext>
            </a:extLst>
          </p:cNvPr>
          <p:cNvSpPr txBox="1"/>
          <p:nvPr userDrawn="1">
            <p:custDataLst>
              <p:tags r:id="rId11"/>
            </p:custDataLst>
          </p:nvPr>
        </p:nvSpPr>
        <p:spPr bwMode="auto">
          <a:xfrm>
            <a:off x="489309" y="9833798"/>
            <a:ext cx="612000" cy="2880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de-DE" sz="800" kern="0">
                <a:solidFill>
                  <a:srgbClr val="928285"/>
                </a:solidFill>
                <a:latin typeface="Arial" panose="020B0604020202020204" pitchFamily="34" charset="0"/>
                <a:ea typeface="Verdana" pitchFamily="34" charset="0"/>
                <a:cs typeface="Arial" panose="020B0604020202020204" pitchFamily="34" charset="0"/>
              </a:rPr>
              <a:t>2026-03-27</a:t>
            </a:r>
            <a:endParaRPr lang="de-DE" sz="800" kern="0" dirty="0">
              <a:solidFill>
                <a:srgbClr val="928285"/>
              </a:solidFill>
              <a:latin typeface="Arial" panose="020B0604020202020204" pitchFamily="34" charset="0"/>
              <a:ea typeface="Verdana" pitchFamily="34" charset="0"/>
              <a:cs typeface="Arial" panose="020B0604020202020204" pitchFamily="34" charset="0"/>
            </a:endParaRPr>
          </a:p>
        </p:txBody>
      </p:sp>
      <p:pic>
        <p:nvPicPr>
          <p:cNvPr id="26" name="Logo"/>
          <p:cNvPicPr>
            <a:picLocks noChangeAspect="1" noChangeArrowheads="1"/>
          </p:cNvPicPr>
          <p:nvPr/>
        </p:nvPicPr>
        <p:blipFill>
          <a:blip r:embed="rId12" cstate="print"/>
          <a:srcRect/>
          <a:stretch>
            <a:fillRect/>
          </a:stretch>
        </p:blipFill>
        <p:spPr bwMode="auto">
          <a:xfrm>
            <a:off x="5657072" y="295163"/>
            <a:ext cx="880886" cy="419422"/>
          </a:xfrm>
          <a:prstGeom prst="rect">
            <a:avLst/>
          </a:prstGeom>
          <a:noFill/>
          <a:ln w="9525">
            <a:noFill/>
            <a:miter lim="800000"/>
            <a:headEnd/>
            <a:tailEnd/>
          </a:ln>
          <a:effectLst/>
        </p:spPr>
      </p:pic>
    </p:spTree>
    <p:extLst>
      <p:ext uri="{BB962C8B-B14F-4D97-AF65-F5344CB8AC3E}">
        <p14:creationId xmlns:p14="http://schemas.microsoft.com/office/powerpoint/2010/main" val="3594286928"/>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8" Type="http://schemas.openxmlformats.org/officeDocument/2006/relationships/tags" Target="../tags/tag201.xml"/><Relationship Id="rId3" Type="http://schemas.openxmlformats.org/officeDocument/2006/relationships/tags" Target="../tags/tag196.xml"/><Relationship Id="rId7" Type="http://schemas.openxmlformats.org/officeDocument/2006/relationships/tags" Target="../tags/tag200.xml"/><Relationship Id="rId12" Type="http://schemas.openxmlformats.org/officeDocument/2006/relationships/image" Target="../media/image11.png"/><Relationship Id="rId2" Type="http://schemas.openxmlformats.org/officeDocument/2006/relationships/tags" Target="../tags/tag195.xml"/><Relationship Id="rId1" Type="http://schemas.openxmlformats.org/officeDocument/2006/relationships/theme" Target="../theme/theme2.xml"/><Relationship Id="rId6" Type="http://schemas.openxmlformats.org/officeDocument/2006/relationships/tags" Target="../tags/tag199.xml"/><Relationship Id="rId11" Type="http://schemas.openxmlformats.org/officeDocument/2006/relationships/tags" Target="../tags/tag204.xml"/><Relationship Id="rId5" Type="http://schemas.openxmlformats.org/officeDocument/2006/relationships/tags" Target="../tags/tag198.xml"/><Relationship Id="rId10" Type="http://schemas.openxmlformats.org/officeDocument/2006/relationships/tags" Target="../tags/tag203.xml"/><Relationship Id="rId4" Type="http://schemas.openxmlformats.org/officeDocument/2006/relationships/tags" Target="../tags/tag197.xml"/><Relationship Id="rId9" Type="http://schemas.openxmlformats.org/officeDocument/2006/relationships/tags" Target="../tags/tag20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4996" name="Slide"/>
          <p:cNvSpPr>
            <a:spLocks noGrp="1" noRot="1" noChangeAspect="1" noChangeArrowheads="1" noTextEdit="1"/>
          </p:cNvSpPr>
          <p:nvPr>
            <p:ph type="sldImg" idx="2"/>
          </p:nvPr>
        </p:nvSpPr>
        <p:spPr bwMode="auto">
          <a:xfrm>
            <a:off x="454025" y="1012825"/>
            <a:ext cx="6191250" cy="3482975"/>
          </a:xfrm>
          <a:prstGeom prst="rect">
            <a:avLst/>
          </a:prstGeom>
          <a:noFill/>
          <a:ln w="9525">
            <a:solidFill>
              <a:srgbClr val="000000"/>
            </a:solidFill>
            <a:miter lim="800000"/>
            <a:headEnd/>
            <a:tailEnd/>
          </a:ln>
          <a:effectLst/>
        </p:spPr>
      </p:sp>
      <p:sp>
        <p:nvSpPr>
          <p:cNvPr id="84997" name="Notes"/>
          <p:cNvSpPr>
            <a:spLocks noGrp="1" noChangeArrowheads="1"/>
          </p:cNvSpPr>
          <p:nvPr>
            <p:ph type="body" sz="quarter" idx="3"/>
          </p:nvPr>
        </p:nvSpPr>
        <p:spPr bwMode="auto">
          <a:xfrm>
            <a:off x="453306" y="4757266"/>
            <a:ext cx="6191968" cy="478323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p>
            <a:pPr lvl="0"/>
            <a:r>
              <a:rPr lang="en-US" dirty="0"/>
              <a:t>Enter Notes</a:t>
            </a:r>
          </a:p>
        </p:txBody>
      </p:sp>
      <p:sp>
        <p:nvSpPr>
          <p:cNvPr id="28" name="Header Placeholder" hidden="1"/>
          <p:cNvSpPr>
            <a:spLocks noGrp="1" noChangeArrowheads="1"/>
          </p:cNvSpPr>
          <p:nvPr>
            <p:ph type="hdr" sz="quarter"/>
            <p:custDataLst>
              <p:tags r:id="rId2"/>
            </p:custDataLst>
          </p:nvPr>
        </p:nvSpPr>
        <p:spPr bwMode="auto">
          <a:xfrm>
            <a:off x="7099300" y="0"/>
            <a:ext cx="0" cy="0"/>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defTabSz="955819">
              <a:defRPr sz="100">
                <a:noFill/>
                <a:latin typeface="Arial" panose="020B0604020202020204" pitchFamily="34" charset="0"/>
                <a:cs typeface="Arial" panose="020B0604020202020204" pitchFamily="34" charset="0"/>
              </a:defRPr>
            </a:lvl1pPr>
          </a:lstStyle>
          <a:p>
            <a:endParaRPr lang="en-US" sz="100" dirty="0"/>
          </a:p>
        </p:txBody>
      </p:sp>
      <p:sp>
        <p:nvSpPr>
          <p:cNvPr id="10" name="Footer Placeholder" hidden="1"/>
          <p:cNvSpPr>
            <a:spLocks noGrp="1"/>
          </p:cNvSpPr>
          <p:nvPr>
            <p:ph type="ftr" sz="quarter" idx="4"/>
            <p:custDataLst>
              <p:tags r:id="rId3"/>
            </p:custDataLst>
          </p:nvPr>
        </p:nvSpPr>
        <p:spPr>
          <a:xfrm>
            <a:off x="7099300" y="10234613"/>
            <a:ext cx="0" cy="0"/>
          </a:xfrm>
          <a:prstGeom prst="rect">
            <a:avLst/>
          </a:prstGeom>
        </p:spPr>
        <p:txBody>
          <a:bodyPr vert="horz" lIns="91440" tIns="45720" rIns="91440" bIns="45720" rtlCol="0" anchor="ctr"/>
          <a:lstStyle>
            <a:lvl1pPr algn="ctr">
              <a:defRPr sz="100">
                <a:noFill/>
                <a:latin typeface="Verdana" pitchFamily="34" charset="0"/>
                <a:ea typeface="Verdana" pitchFamily="34" charset="0"/>
                <a:cs typeface="Verdana" pitchFamily="34" charset="0"/>
              </a:defRPr>
            </a:lvl1p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restricted</a:t>
            </a:r>
          </a:p>
        </p:txBody>
      </p:sp>
      <p:sp>
        <p:nvSpPr>
          <p:cNvPr id="11" name="Date Placeholder" hidden="1"/>
          <p:cNvSpPr>
            <a:spLocks noGrp="1"/>
          </p:cNvSpPr>
          <p:nvPr>
            <p:ph type="dt" idx="1"/>
            <p:custDataLst>
              <p:tags r:id="rId4"/>
            </p:custDataLst>
          </p:nvPr>
        </p:nvSpPr>
        <p:spPr>
          <a:xfrm>
            <a:off x="7099300" y="10234613"/>
            <a:ext cx="0" cy="0"/>
          </a:xfrm>
          <a:prstGeom prst="rect">
            <a:avLst/>
          </a:prstGeom>
        </p:spPr>
        <p:txBody>
          <a:bodyPr vert="horz" lIns="91440" tIns="45720" rIns="91440" bIns="45720" rtlCol="0" anchor="ctr"/>
          <a:lstStyle>
            <a:lvl1pPr algn="l">
              <a:defRPr sz="100">
                <a:noFill/>
                <a:latin typeface="Arial" panose="020B0604020202020204" pitchFamily="34" charset="0"/>
                <a:ea typeface="Verdana" pitchFamily="34" charset="0"/>
                <a:cs typeface="Arial" panose="020B0604020202020204" pitchFamily="34" charset="0"/>
              </a:defRPr>
            </a:lvl1pPr>
          </a:lstStyle>
          <a:p>
            <a:r>
              <a:rPr lang="en-US" dirty="0"/>
              <a:t>2020-09-28</a:t>
            </a:r>
          </a:p>
          <a:p>
            <a:endParaRPr lang="en-US" dirty="0"/>
          </a:p>
        </p:txBody>
      </p:sp>
      <p:sp>
        <p:nvSpPr>
          <p:cNvPr id="12" name="Slide Number Placeholder"/>
          <p:cNvSpPr>
            <a:spLocks noGrp="1"/>
          </p:cNvSpPr>
          <p:nvPr>
            <p:ph type="sldNum" sz="quarter" idx="5"/>
          </p:nvPr>
        </p:nvSpPr>
        <p:spPr>
          <a:xfrm>
            <a:off x="6033274" y="9833798"/>
            <a:ext cx="612000" cy="288000"/>
          </a:xfrm>
          <a:prstGeom prst="rect">
            <a:avLst/>
          </a:prstGeom>
        </p:spPr>
        <p:txBody>
          <a:bodyPr vert="horz" lIns="0" tIns="0" rIns="0" bIns="0" rtlCol="0" anchor="ctr"/>
          <a:lstStyle>
            <a:lvl1pPr algn="r">
              <a:defRPr sz="800">
                <a:solidFill>
                  <a:srgbClr val="928285"/>
                </a:solidFill>
                <a:latin typeface="Verdana" pitchFamily="34" charset="0"/>
                <a:ea typeface="Verdana" pitchFamily="34" charset="0"/>
                <a:cs typeface="Verdana" pitchFamily="34" charset="0"/>
              </a:defRPr>
            </a:lvl1pPr>
          </a:lstStyle>
          <a:p>
            <a:fld id="{4165D906-55BD-49C5-997D-27A40DB53D15}" type="slidenum">
              <a:rPr lang="en-US">
                <a:latin typeface="Arial" panose="020B0604020202020204" pitchFamily="34" charset="0"/>
                <a:cs typeface="Arial" panose="020B0604020202020204" pitchFamily="34" charset="0"/>
              </a:rPr>
              <a:pPr/>
              <a:t>‹#›</a:t>
            </a:fld>
            <a:endParaRPr lang="en-US" dirty="0">
              <a:latin typeface="Arial" panose="020B0604020202020204" pitchFamily="34" charset="0"/>
              <a:cs typeface="Arial" panose="020B0604020202020204" pitchFamily="34" charset="0"/>
            </a:endParaRPr>
          </a:p>
        </p:txBody>
      </p:sp>
      <p:sp>
        <p:nvSpPr>
          <p:cNvPr id="2" name="empower_document_placeholder" hidden="1">
            <a:extLst>
              <a:ext uri="{FF2B5EF4-FFF2-40B4-BE49-F238E27FC236}">
                <a16:creationId xmlns:a16="http://schemas.microsoft.com/office/drawing/2014/main" id="{E8AE2277-2635-47CE-8461-F921E010AD66}"/>
              </a:ext>
            </a:extLst>
          </p:cNvPr>
          <p:cNvSpPr txBox="1"/>
          <p:nvPr userDrawn="1">
            <p:custDataLst>
              <p:tags r:id="rId5"/>
            </p:custDataLst>
          </p:nvPr>
        </p:nvSpPr>
        <p:spPr bwMode="auto">
          <a:xfrm>
            <a:off x="453306" y="426585"/>
            <a:ext cx="2592000" cy="2880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de-DE" sz="800" kern="0">
                <a:solidFill>
                  <a:srgbClr val="928285"/>
                </a:solidFill>
                <a:latin typeface="Arial" panose="020B0604020202020204" pitchFamily="34" charset="0"/>
                <a:ea typeface="Verdana" pitchFamily="34" charset="0"/>
                <a:cs typeface="Arial" panose="020B0604020202020204" pitchFamily="34" charset="0"/>
              </a:rPr>
              <a:t>[Owner:   Doc ID:   Vers.: ]</a:t>
            </a:r>
            <a:endParaRPr lang="de-DE" sz="800" kern="0" dirty="0">
              <a:solidFill>
                <a:srgbClr val="928285"/>
              </a:solidFill>
              <a:latin typeface="Arial" panose="020B0604020202020204" pitchFamily="34" charset="0"/>
              <a:ea typeface="Verdana" pitchFamily="34" charset="0"/>
              <a:cs typeface="Arial" panose="020B0604020202020204" pitchFamily="34" charset="0"/>
            </a:endParaRPr>
          </a:p>
        </p:txBody>
      </p:sp>
      <p:sp>
        <p:nvSpPr>
          <p:cNvPr id="3" name="empower_proprietary_placeholder" hidden="1">
            <a:extLst>
              <a:ext uri="{FF2B5EF4-FFF2-40B4-BE49-F238E27FC236}">
                <a16:creationId xmlns:a16="http://schemas.microsoft.com/office/drawing/2014/main" id="{1ED6373F-3656-4DFD-9B9C-BC0ABABA2CBF}"/>
              </a:ext>
            </a:extLst>
          </p:cNvPr>
          <p:cNvSpPr txBox="1"/>
          <p:nvPr userDrawn="1">
            <p:custDataLst>
              <p:tags r:id="rId6"/>
            </p:custDataLst>
          </p:nvPr>
        </p:nvSpPr>
        <p:spPr bwMode="auto">
          <a:xfrm>
            <a:off x="5673274" y="9545798"/>
            <a:ext cx="972000" cy="2880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de-DE" sz="800" b="1" kern="0">
                <a:solidFill>
                  <a:srgbClr val="E30034"/>
                </a:solidFill>
                <a:latin typeface="Arial" panose="020B0604020202020204" pitchFamily="34" charset="0"/>
                <a:ea typeface="Verdana" pitchFamily="34" charset="0"/>
                <a:cs typeface="Arial" panose="020B0604020202020204" pitchFamily="34" charset="0"/>
              </a:rPr>
              <a:t>Infineon Proprietary</a:t>
            </a:r>
            <a:endParaRPr lang="de-DE" sz="800" b="1" kern="0" dirty="0">
              <a:solidFill>
                <a:srgbClr val="E30034"/>
              </a:solidFill>
              <a:latin typeface="Arial" panose="020B0604020202020204" pitchFamily="34" charset="0"/>
              <a:ea typeface="Verdana" pitchFamily="34" charset="0"/>
              <a:cs typeface="Arial" panose="020B0604020202020204" pitchFamily="34" charset="0"/>
            </a:endParaRPr>
          </a:p>
        </p:txBody>
      </p:sp>
      <p:sp>
        <p:nvSpPr>
          <p:cNvPr id="4" name="empower_draft_placeholder" hidden="1">
            <a:extLst>
              <a:ext uri="{FF2B5EF4-FFF2-40B4-BE49-F238E27FC236}">
                <a16:creationId xmlns:a16="http://schemas.microsoft.com/office/drawing/2014/main" id="{3D3123B4-E08C-4CCD-9703-AD1F689F1FB7}"/>
              </a:ext>
            </a:extLst>
          </p:cNvPr>
          <p:cNvSpPr txBox="1"/>
          <p:nvPr userDrawn="1">
            <p:custDataLst>
              <p:tags r:id="rId7"/>
            </p:custDataLst>
          </p:nvPr>
        </p:nvSpPr>
        <p:spPr bwMode="auto">
          <a:xfrm>
            <a:off x="453306" y="9545798"/>
            <a:ext cx="360362" cy="2880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de-DE" sz="800" b="1" kern="0">
                <a:solidFill>
                  <a:srgbClr val="E30034"/>
                </a:solidFill>
                <a:latin typeface="Arial" panose="020B0604020202020204" pitchFamily="34" charset="0"/>
                <a:ea typeface="Verdana" pitchFamily="34" charset="0"/>
                <a:cs typeface="Arial" panose="020B0604020202020204" pitchFamily="34" charset="0"/>
              </a:rPr>
              <a:t>- DRAFT -</a:t>
            </a:r>
            <a:endParaRPr lang="de-DE" sz="800" b="1" kern="0" dirty="0">
              <a:solidFill>
                <a:srgbClr val="E30034"/>
              </a:solidFill>
              <a:latin typeface="Arial" panose="020B0604020202020204" pitchFamily="34" charset="0"/>
              <a:ea typeface="Verdana" pitchFamily="34" charset="0"/>
              <a:cs typeface="Arial" panose="020B0604020202020204" pitchFamily="34" charset="0"/>
            </a:endParaRPr>
          </a:p>
        </p:txBody>
      </p:sp>
      <p:sp>
        <p:nvSpPr>
          <p:cNvPr id="5" name="empower_footer_placeholder">
            <a:extLst>
              <a:ext uri="{FF2B5EF4-FFF2-40B4-BE49-F238E27FC236}">
                <a16:creationId xmlns:a16="http://schemas.microsoft.com/office/drawing/2014/main" id="{7E51E007-F5B3-45C7-900F-9B0FFE9F37F6}"/>
              </a:ext>
            </a:extLst>
          </p:cNvPr>
          <p:cNvSpPr txBox="1"/>
          <p:nvPr userDrawn="1">
            <p:custDataLst>
              <p:tags r:id="rId8"/>
            </p:custDataLst>
          </p:nvPr>
        </p:nvSpPr>
        <p:spPr bwMode="auto">
          <a:xfrm>
            <a:off x="2001479" y="9833798"/>
            <a:ext cx="3096343" cy="288000"/>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GB" sz="800" kern="0">
                <a:solidFill>
                  <a:srgbClr val="928285"/>
                </a:solidFill>
                <a:latin typeface="Arial" panose="020B0604020202020204" pitchFamily="34" charset="0"/>
                <a:ea typeface="Verdana" pitchFamily="34" charset="0"/>
                <a:cs typeface="Arial" panose="020B0604020202020204" pitchFamily="34" charset="0"/>
              </a:rPr>
              <a:t>Copyright © Infineon Technologies AG 2026. All rights reserved.</a:t>
            </a:r>
            <a:endParaRPr lang="en-US" sz="800" kern="0" dirty="0">
              <a:solidFill>
                <a:srgbClr val="928285"/>
              </a:solidFill>
              <a:latin typeface="Arial" panose="020B0604020202020204" pitchFamily="34" charset="0"/>
              <a:ea typeface="Verdana" pitchFamily="34" charset="0"/>
              <a:cs typeface="Arial" panose="020B0604020202020204" pitchFamily="34" charset="0"/>
            </a:endParaRPr>
          </a:p>
        </p:txBody>
      </p:sp>
      <p:sp>
        <p:nvSpPr>
          <p:cNvPr id="6" name="empower_classification_attention_placeholder" hidden="1">
            <a:extLst>
              <a:ext uri="{FF2B5EF4-FFF2-40B4-BE49-F238E27FC236}">
                <a16:creationId xmlns:a16="http://schemas.microsoft.com/office/drawing/2014/main" id="{CD1E0C77-9862-4B96-A3C1-8F3320EB5330}"/>
              </a:ext>
            </a:extLst>
          </p:cNvPr>
          <p:cNvSpPr txBox="1"/>
          <p:nvPr userDrawn="1">
            <p:custDataLst>
              <p:tags r:id="rId9"/>
            </p:custDataLst>
          </p:nvPr>
        </p:nvSpPr>
        <p:spPr bwMode="auto">
          <a:xfrm>
            <a:off x="3063723" y="426585"/>
            <a:ext cx="971855" cy="288000"/>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de-DE" sz="800" b="1" kern="0">
                <a:solidFill>
                  <a:srgbClr val="E30034"/>
                </a:solidFill>
                <a:latin typeface="Arial" panose="020B0604020202020204" pitchFamily="34" charset="0"/>
                <a:ea typeface="Verdana" pitchFamily="34" charset="0"/>
                <a:cs typeface="Arial" panose="020B0604020202020204" pitchFamily="34" charset="0"/>
              </a:rPr>
              <a:t>Public</a:t>
            </a:r>
            <a:endParaRPr lang="de-DE" sz="800" b="1" kern="0" dirty="0">
              <a:solidFill>
                <a:srgbClr val="E30034"/>
              </a:solidFill>
              <a:latin typeface="Arial" panose="020B0604020202020204" pitchFamily="34" charset="0"/>
              <a:ea typeface="Verdana" pitchFamily="34" charset="0"/>
              <a:cs typeface="Arial" panose="020B0604020202020204" pitchFamily="34" charset="0"/>
            </a:endParaRPr>
          </a:p>
        </p:txBody>
      </p:sp>
      <p:sp>
        <p:nvSpPr>
          <p:cNvPr id="7" name="empower_classification_placeholder">
            <a:extLst>
              <a:ext uri="{FF2B5EF4-FFF2-40B4-BE49-F238E27FC236}">
                <a16:creationId xmlns:a16="http://schemas.microsoft.com/office/drawing/2014/main" id="{9F464BB7-63C3-4B8A-A50E-5FC32FA6A18F}"/>
              </a:ext>
            </a:extLst>
          </p:cNvPr>
          <p:cNvSpPr txBox="1"/>
          <p:nvPr userDrawn="1">
            <p:custDataLst>
              <p:tags r:id="rId10"/>
            </p:custDataLst>
          </p:nvPr>
        </p:nvSpPr>
        <p:spPr bwMode="auto">
          <a:xfrm>
            <a:off x="3062327" y="426585"/>
            <a:ext cx="973251" cy="288000"/>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de-DE" sz="800" b="1" kern="0">
                <a:solidFill>
                  <a:srgbClr val="928285"/>
                </a:solidFill>
                <a:latin typeface="Arial" panose="020B0604020202020204" pitchFamily="34" charset="0"/>
                <a:ea typeface="Verdana" pitchFamily="34" charset="0"/>
                <a:cs typeface="Arial" panose="020B0604020202020204" pitchFamily="34" charset="0"/>
              </a:rPr>
              <a:t>Public</a:t>
            </a:r>
            <a:endParaRPr lang="de-DE" sz="800" b="1" kern="0" dirty="0">
              <a:solidFill>
                <a:srgbClr val="928285"/>
              </a:solidFill>
              <a:latin typeface="Arial" panose="020B0604020202020204" pitchFamily="34" charset="0"/>
              <a:ea typeface="Verdana" pitchFamily="34" charset="0"/>
              <a:cs typeface="Arial" panose="020B0604020202020204" pitchFamily="34" charset="0"/>
            </a:endParaRPr>
          </a:p>
        </p:txBody>
      </p:sp>
      <p:sp>
        <p:nvSpPr>
          <p:cNvPr id="8" name="empower_date_placeholder">
            <a:extLst>
              <a:ext uri="{FF2B5EF4-FFF2-40B4-BE49-F238E27FC236}">
                <a16:creationId xmlns:a16="http://schemas.microsoft.com/office/drawing/2014/main" id="{7E930412-6BBA-43BF-B0D5-11DDE46E471E}"/>
              </a:ext>
            </a:extLst>
          </p:cNvPr>
          <p:cNvSpPr txBox="1"/>
          <p:nvPr userDrawn="1">
            <p:custDataLst>
              <p:tags r:id="rId11"/>
            </p:custDataLst>
          </p:nvPr>
        </p:nvSpPr>
        <p:spPr bwMode="auto">
          <a:xfrm>
            <a:off x="453306" y="9833798"/>
            <a:ext cx="612000" cy="2880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de-DE" sz="800" kern="0">
                <a:solidFill>
                  <a:srgbClr val="928285"/>
                </a:solidFill>
                <a:latin typeface="Arial" panose="020B0604020202020204" pitchFamily="34" charset="0"/>
                <a:ea typeface="Verdana" pitchFamily="34" charset="0"/>
                <a:cs typeface="Arial" panose="020B0604020202020204" pitchFamily="34" charset="0"/>
              </a:rPr>
              <a:t>2026-03-27</a:t>
            </a:r>
            <a:endParaRPr lang="de-DE" sz="800" kern="0" dirty="0">
              <a:solidFill>
                <a:srgbClr val="928285"/>
              </a:solidFill>
              <a:latin typeface="Arial" panose="020B0604020202020204" pitchFamily="34" charset="0"/>
              <a:ea typeface="Verdana" pitchFamily="34" charset="0"/>
              <a:cs typeface="Arial" panose="020B0604020202020204" pitchFamily="34" charset="0"/>
            </a:endParaRPr>
          </a:p>
        </p:txBody>
      </p:sp>
      <p:pic>
        <p:nvPicPr>
          <p:cNvPr id="32" name="Logo"/>
          <p:cNvPicPr>
            <a:picLocks noChangeAspect="1" noChangeArrowheads="1"/>
          </p:cNvPicPr>
          <p:nvPr/>
        </p:nvPicPr>
        <p:blipFill>
          <a:blip r:embed="rId12" cstate="print"/>
          <a:srcRect/>
          <a:stretch>
            <a:fillRect/>
          </a:stretch>
        </p:blipFill>
        <p:spPr bwMode="auto">
          <a:xfrm>
            <a:off x="5657072" y="295163"/>
            <a:ext cx="880886" cy="419422"/>
          </a:xfrm>
          <a:prstGeom prst="rect">
            <a:avLst/>
          </a:prstGeom>
          <a:noFill/>
          <a:ln w="9525">
            <a:noFill/>
            <a:miter lim="800000"/>
            <a:headEnd/>
            <a:tailEnd/>
          </a:ln>
          <a:effectLst/>
        </p:spPr>
      </p:pic>
    </p:spTree>
    <p:extLst>
      <p:ext uri="{BB962C8B-B14F-4D97-AF65-F5344CB8AC3E}">
        <p14:creationId xmlns:p14="http://schemas.microsoft.com/office/powerpoint/2010/main" val="123004185"/>
      </p:ext>
    </p:extLst>
  </p:cSld>
  <p:clrMap bg1="lt1" tx1="dk1" bg2="lt2" tx2="dk2" accent1="accent1" accent2="accent2" accent3="accent3" accent4="accent4" accent5="accent5" accent6="accent6" hlink="hlink" folHlink="folHlink"/>
  <p:hf/>
  <p:notesStyle>
    <a:lvl1pPr algn="l" rtl="0" fontAlgn="base">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1pPr>
    <a:lvl2pPr marL="609585" algn="l" rtl="0" fontAlgn="base">
      <a:spcBef>
        <a:spcPct val="30000"/>
      </a:spcBef>
      <a:spcAft>
        <a:spcPct val="0"/>
      </a:spcAft>
      <a:defRPr sz="1600" kern="1200">
        <a:solidFill>
          <a:srgbClr val="00214A"/>
        </a:solidFill>
        <a:latin typeface="Verdana" pitchFamily="34" charset="0"/>
        <a:ea typeface="+mn-ea"/>
        <a:cs typeface="+mn-cs"/>
      </a:defRPr>
    </a:lvl2pPr>
    <a:lvl3pPr marL="1219170" algn="l" rtl="0" fontAlgn="base">
      <a:spcBef>
        <a:spcPct val="30000"/>
      </a:spcBef>
      <a:spcAft>
        <a:spcPct val="0"/>
      </a:spcAft>
      <a:defRPr sz="1600" kern="1200">
        <a:solidFill>
          <a:srgbClr val="00214A"/>
        </a:solidFill>
        <a:latin typeface="Verdana" pitchFamily="34" charset="0"/>
        <a:ea typeface="+mn-ea"/>
        <a:cs typeface="+mn-cs"/>
      </a:defRPr>
    </a:lvl3pPr>
    <a:lvl4pPr marL="1828754" algn="l" rtl="0" fontAlgn="base">
      <a:spcBef>
        <a:spcPct val="30000"/>
      </a:spcBef>
      <a:spcAft>
        <a:spcPct val="0"/>
      </a:spcAft>
      <a:defRPr sz="1600" kern="1200">
        <a:solidFill>
          <a:srgbClr val="00214A"/>
        </a:solidFill>
        <a:latin typeface="Verdana" pitchFamily="34" charset="0"/>
        <a:ea typeface="+mn-ea"/>
        <a:cs typeface="+mn-cs"/>
      </a:defRPr>
    </a:lvl4pPr>
    <a:lvl5pPr marL="2438339" algn="l" rtl="0" fontAlgn="base">
      <a:spcBef>
        <a:spcPct val="30000"/>
      </a:spcBef>
      <a:spcAft>
        <a:spcPct val="0"/>
      </a:spcAft>
      <a:defRPr sz="1600" kern="1200">
        <a:solidFill>
          <a:srgbClr val="00214A"/>
        </a:solidFill>
        <a:latin typeface="Verdana" pitchFamily="34" charset="0"/>
        <a:ea typeface="+mn-ea"/>
        <a:cs typeface="+mn-cs"/>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a:latin typeface="Arial" panose="020B0604020202020204" pitchFamily="34" charset="0"/>
                <a:cs typeface="Arial" panose="020B0604020202020204" pitchFamily="34" charset="0"/>
              </a:rPr>
              <a:t>Copyright © Infineon Technologies AG 2020. All rights reserved.</a:t>
            </a:r>
          </a:p>
          <a:p>
            <a:r>
              <a:rPr lang="en-US" b="1">
                <a:latin typeface="Arial" panose="020B0604020202020204" pitchFamily="34" charset="0"/>
                <a:cs typeface="Arial" panose="020B0604020202020204" pitchFamily="34" charset="0"/>
              </a:rPr>
              <a:t>restricted</a:t>
            </a:r>
            <a:endParaRPr lang="en-US" b="1" dirty="0">
              <a:latin typeface="Arial" panose="020B0604020202020204" pitchFamily="34" charset="0"/>
              <a:cs typeface="Arial" panose="020B0604020202020204" pitchFamily="34" charset="0"/>
            </a:endParaRPr>
          </a:p>
        </p:txBody>
      </p:sp>
      <p:sp>
        <p:nvSpPr>
          <p:cNvPr id="6" name="Date Placeholder 5"/>
          <p:cNvSpPr>
            <a:spLocks noGrp="1"/>
          </p:cNvSpPr>
          <p:nvPr>
            <p:ph type="dt" idx="1"/>
          </p:nvPr>
        </p:nvSpPr>
        <p:spPr/>
        <p:txBody>
          <a:bodyPr/>
          <a:lstStyle/>
          <a:p>
            <a:r>
              <a:rPr lang="en-US"/>
              <a:t>2020-09-28</a:t>
            </a:r>
          </a:p>
          <a:p>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12</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476648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04576E-3B14-2D62-75AC-2BA20BCB0B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A2B537-B547-8941-8270-6F7858AF97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991D4D-F0C1-4390-9E1A-10B5FB290B12}"/>
              </a:ext>
            </a:extLst>
          </p:cNvPr>
          <p:cNvSpPr>
            <a:spLocks noGrp="1"/>
          </p:cNvSpPr>
          <p:nvPr>
            <p:ph type="body" idx="1"/>
          </p:nvPr>
        </p:nvSpPr>
        <p:spPr/>
        <p:txBody>
          <a:bodyPr/>
          <a:lstStyle/>
          <a:p>
            <a:endParaRPr lang="en-US" dirty="0"/>
          </a:p>
        </p:txBody>
      </p:sp>
      <p:sp>
        <p:nvSpPr>
          <p:cNvPr id="4" name="Header Placeholder 3">
            <a:extLst>
              <a:ext uri="{FF2B5EF4-FFF2-40B4-BE49-F238E27FC236}">
                <a16:creationId xmlns:a16="http://schemas.microsoft.com/office/drawing/2014/main" id="{68DBAB50-07B3-CC2C-4DDC-E5E75351EB8F}"/>
              </a:ext>
            </a:extLst>
          </p:cNvPr>
          <p:cNvSpPr>
            <a:spLocks noGrp="1"/>
          </p:cNvSpPr>
          <p:nvPr>
            <p:ph type="hdr" sz="quarter"/>
          </p:nvPr>
        </p:nvSpPr>
        <p:spPr/>
        <p:txBody>
          <a:bodyPr/>
          <a:lstStyle/>
          <a:p>
            <a:endParaRPr lang="en-US" sz="100" dirty="0"/>
          </a:p>
        </p:txBody>
      </p:sp>
      <p:sp>
        <p:nvSpPr>
          <p:cNvPr id="5" name="Footer Placeholder 4">
            <a:extLst>
              <a:ext uri="{FF2B5EF4-FFF2-40B4-BE49-F238E27FC236}">
                <a16:creationId xmlns:a16="http://schemas.microsoft.com/office/drawing/2014/main" id="{749BC2FD-3745-95FE-5C9E-14F691CB91F5}"/>
              </a:ext>
            </a:extLst>
          </p:cNvPr>
          <p:cNvSpPr>
            <a:spLocks noGrp="1"/>
          </p:cNvSpPr>
          <p:nvPr>
            <p:ph type="ftr" sz="quarter" idx="4"/>
          </p:nvPr>
        </p:nvSpPr>
        <p:spPr/>
        <p:txBody>
          <a:bodyPr/>
          <a:lstStyle/>
          <a:p>
            <a:r>
              <a:rPr lang="en-US">
                <a:latin typeface="Arial" panose="020B0604020202020204" pitchFamily="34" charset="0"/>
                <a:cs typeface="Arial" panose="020B0604020202020204" pitchFamily="34" charset="0"/>
              </a:rPr>
              <a:t>Copyright © Infineon Technologies AG 2020. All rights reserved.</a:t>
            </a:r>
          </a:p>
          <a:p>
            <a:r>
              <a:rPr lang="en-US" b="1">
                <a:latin typeface="Arial" panose="020B0604020202020204" pitchFamily="34" charset="0"/>
                <a:cs typeface="Arial" panose="020B0604020202020204" pitchFamily="34" charset="0"/>
              </a:rPr>
              <a:t>restricted</a:t>
            </a:r>
            <a:endParaRPr lang="en-US" b="1" dirty="0">
              <a:latin typeface="Arial" panose="020B0604020202020204" pitchFamily="34" charset="0"/>
              <a:cs typeface="Arial" panose="020B0604020202020204" pitchFamily="34" charset="0"/>
            </a:endParaRPr>
          </a:p>
        </p:txBody>
      </p:sp>
      <p:sp>
        <p:nvSpPr>
          <p:cNvPr id="6" name="Date Placeholder 5">
            <a:extLst>
              <a:ext uri="{FF2B5EF4-FFF2-40B4-BE49-F238E27FC236}">
                <a16:creationId xmlns:a16="http://schemas.microsoft.com/office/drawing/2014/main" id="{F1D9576E-19A2-976F-B5C1-54FAF7DA7C06}"/>
              </a:ext>
            </a:extLst>
          </p:cNvPr>
          <p:cNvSpPr>
            <a:spLocks noGrp="1"/>
          </p:cNvSpPr>
          <p:nvPr>
            <p:ph type="dt" idx="1"/>
          </p:nvPr>
        </p:nvSpPr>
        <p:spPr/>
        <p:txBody>
          <a:bodyPr/>
          <a:lstStyle/>
          <a:p>
            <a:r>
              <a:rPr lang="en-US"/>
              <a:t>2020-09-28</a:t>
            </a:r>
          </a:p>
          <a:p>
            <a:endParaRPr lang="en-US" dirty="0"/>
          </a:p>
        </p:txBody>
      </p:sp>
      <p:sp>
        <p:nvSpPr>
          <p:cNvPr id="7" name="Slide Number Placeholder 6">
            <a:extLst>
              <a:ext uri="{FF2B5EF4-FFF2-40B4-BE49-F238E27FC236}">
                <a16:creationId xmlns:a16="http://schemas.microsoft.com/office/drawing/2014/main" id="{5A70441A-D899-9D6E-2466-C6CCE647DE5F}"/>
              </a:ext>
            </a:extLst>
          </p:cNvPr>
          <p:cNvSpPr>
            <a:spLocks noGrp="1"/>
          </p:cNvSpPr>
          <p:nvPr>
            <p:ph type="sldNum" sz="quarter" idx="5"/>
          </p:nvPr>
        </p:nvSpPr>
        <p:spPr/>
        <p:txBody>
          <a:bodyPr/>
          <a:lstStyle/>
          <a:p>
            <a:fld id="{4165D906-55BD-49C5-997D-27A40DB53D15}" type="slidenum">
              <a:rPr lang="en-US">
                <a:latin typeface="Arial" panose="020B0604020202020204" pitchFamily="34" charset="0"/>
                <a:cs typeface="Arial" panose="020B0604020202020204" pitchFamily="34" charset="0"/>
              </a:rPr>
              <a:pPr/>
              <a:t>13</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58846105"/>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tags" Target="../tags/tag13.xml"/><Relationship Id="rId3" Type="http://schemas.openxmlformats.org/officeDocument/2006/relationships/tags" Target="../tags/tag8.xml"/><Relationship Id="rId7" Type="http://schemas.openxmlformats.org/officeDocument/2006/relationships/tags" Target="../tags/tag12.xml"/><Relationship Id="rId12" Type="http://schemas.openxmlformats.org/officeDocument/2006/relationships/image" Target="../media/image1.png"/><Relationship Id="rId2" Type="http://schemas.openxmlformats.org/officeDocument/2006/relationships/tags" Target="../tags/tag7.xml"/><Relationship Id="rId1" Type="http://schemas.openxmlformats.org/officeDocument/2006/relationships/tags" Target="../tags/tag6.xml"/><Relationship Id="rId6" Type="http://schemas.openxmlformats.org/officeDocument/2006/relationships/tags" Target="../tags/tag11.xml"/><Relationship Id="rId11" Type="http://schemas.openxmlformats.org/officeDocument/2006/relationships/image" Target="../media/image2.jpg"/><Relationship Id="rId5" Type="http://schemas.openxmlformats.org/officeDocument/2006/relationships/tags" Target="../tags/tag10.xml"/><Relationship Id="rId10" Type="http://schemas.openxmlformats.org/officeDocument/2006/relationships/slideMaster" Target="../slideMasters/slideMaster1.xml"/><Relationship Id="rId4" Type="http://schemas.openxmlformats.org/officeDocument/2006/relationships/tags" Target="../tags/tag9.xml"/><Relationship Id="rId9" Type="http://schemas.openxmlformats.org/officeDocument/2006/relationships/tags" Target="../tags/tag14.xml"/></Relationships>
</file>

<file path=ppt/slideLayouts/_rels/slideLayout2.xml.rels><?xml version="1.0" encoding="UTF-8" standalone="yes"?>
<Relationships xmlns="http://schemas.openxmlformats.org/package/2006/relationships"><Relationship Id="rId8" Type="http://schemas.openxmlformats.org/officeDocument/2006/relationships/tags" Target="../tags/tag22.xml"/><Relationship Id="rId13" Type="http://schemas.openxmlformats.org/officeDocument/2006/relationships/image" Target="../media/image5.svg"/><Relationship Id="rId3" Type="http://schemas.openxmlformats.org/officeDocument/2006/relationships/tags" Target="../tags/tag17.xml"/><Relationship Id="rId7" Type="http://schemas.openxmlformats.org/officeDocument/2006/relationships/tags" Target="../tags/tag21.xml"/><Relationship Id="rId12" Type="http://schemas.openxmlformats.org/officeDocument/2006/relationships/image" Target="../media/image4.png"/><Relationship Id="rId2" Type="http://schemas.openxmlformats.org/officeDocument/2006/relationships/tags" Target="../tags/tag16.xml"/><Relationship Id="rId1" Type="http://schemas.openxmlformats.org/officeDocument/2006/relationships/tags" Target="../tags/tag15.xml"/><Relationship Id="rId6" Type="http://schemas.openxmlformats.org/officeDocument/2006/relationships/tags" Target="../tags/tag20.xml"/><Relationship Id="rId11" Type="http://schemas.openxmlformats.org/officeDocument/2006/relationships/image" Target="../media/image3.jpeg"/><Relationship Id="rId5" Type="http://schemas.openxmlformats.org/officeDocument/2006/relationships/tags" Target="../tags/tag19.xml"/><Relationship Id="rId15" Type="http://schemas.openxmlformats.org/officeDocument/2006/relationships/image" Target="../media/image7.png"/><Relationship Id="rId10" Type="http://schemas.openxmlformats.org/officeDocument/2006/relationships/slideMaster" Target="../slideMasters/slideMaster1.xml"/><Relationship Id="rId4" Type="http://schemas.openxmlformats.org/officeDocument/2006/relationships/tags" Target="../tags/tag18.xml"/><Relationship Id="rId9" Type="http://schemas.openxmlformats.org/officeDocument/2006/relationships/tags" Target="../tags/tag23.xml"/><Relationship Id="rId1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8" Type="http://schemas.openxmlformats.org/officeDocument/2006/relationships/tags" Target="../tags/tag31.xml"/><Relationship Id="rId3" Type="http://schemas.openxmlformats.org/officeDocument/2006/relationships/tags" Target="../tags/tag26.xml"/><Relationship Id="rId7" Type="http://schemas.openxmlformats.org/officeDocument/2006/relationships/tags" Target="../tags/tag30.xml"/><Relationship Id="rId2" Type="http://schemas.openxmlformats.org/officeDocument/2006/relationships/tags" Target="../tags/tag25.xml"/><Relationship Id="rId1" Type="http://schemas.openxmlformats.org/officeDocument/2006/relationships/tags" Target="../tags/tag24.xml"/><Relationship Id="rId6" Type="http://schemas.openxmlformats.org/officeDocument/2006/relationships/tags" Target="../tags/tag29.xml"/><Relationship Id="rId11" Type="http://schemas.openxmlformats.org/officeDocument/2006/relationships/image" Target="../media/image1.png"/><Relationship Id="rId5" Type="http://schemas.openxmlformats.org/officeDocument/2006/relationships/tags" Target="../tags/tag28.xml"/><Relationship Id="rId10" Type="http://schemas.openxmlformats.org/officeDocument/2006/relationships/image" Target="../media/image8.jpg"/><Relationship Id="rId4" Type="http://schemas.openxmlformats.org/officeDocument/2006/relationships/tags" Target="../tags/tag27.xml"/><Relationship Id="rId9"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8" Type="http://schemas.openxmlformats.org/officeDocument/2006/relationships/tags" Target="../tags/tag39.xml"/><Relationship Id="rId13" Type="http://schemas.openxmlformats.org/officeDocument/2006/relationships/image" Target="../media/image6.png"/><Relationship Id="rId3" Type="http://schemas.openxmlformats.org/officeDocument/2006/relationships/tags" Target="../tags/tag34.xml"/><Relationship Id="rId7" Type="http://schemas.openxmlformats.org/officeDocument/2006/relationships/tags" Target="../tags/tag38.xml"/><Relationship Id="rId12" Type="http://schemas.openxmlformats.org/officeDocument/2006/relationships/image" Target="../media/image5.svg"/><Relationship Id="rId2" Type="http://schemas.openxmlformats.org/officeDocument/2006/relationships/tags" Target="../tags/tag33.xml"/><Relationship Id="rId1" Type="http://schemas.openxmlformats.org/officeDocument/2006/relationships/tags" Target="../tags/tag32.xml"/><Relationship Id="rId6" Type="http://schemas.openxmlformats.org/officeDocument/2006/relationships/tags" Target="../tags/tag37.xml"/><Relationship Id="rId11" Type="http://schemas.openxmlformats.org/officeDocument/2006/relationships/image" Target="../media/image4.png"/><Relationship Id="rId5" Type="http://schemas.openxmlformats.org/officeDocument/2006/relationships/tags" Target="../tags/tag36.xml"/><Relationship Id="rId10" Type="http://schemas.openxmlformats.org/officeDocument/2006/relationships/image" Target="../media/image9.jpeg"/><Relationship Id="rId4" Type="http://schemas.openxmlformats.org/officeDocument/2006/relationships/tags" Target="../tags/tag35.xml"/><Relationship Id="rId9" Type="http://schemas.openxmlformats.org/officeDocument/2006/relationships/slideMaster" Target="../slideMasters/slideMaster1.xml"/><Relationship Id="rId14"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47.xml"/><Relationship Id="rId3" Type="http://schemas.openxmlformats.org/officeDocument/2006/relationships/tags" Target="../tags/tag42.xml"/><Relationship Id="rId7" Type="http://schemas.openxmlformats.org/officeDocument/2006/relationships/tags" Target="../tags/tag46.xml"/><Relationship Id="rId2" Type="http://schemas.openxmlformats.org/officeDocument/2006/relationships/tags" Target="../tags/tag41.xml"/><Relationship Id="rId1" Type="http://schemas.openxmlformats.org/officeDocument/2006/relationships/tags" Target="../tags/tag40.xml"/><Relationship Id="rId6" Type="http://schemas.openxmlformats.org/officeDocument/2006/relationships/tags" Target="../tags/tag45.xml"/><Relationship Id="rId11" Type="http://schemas.openxmlformats.org/officeDocument/2006/relationships/image" Target="../media/image1.png"/><Relationship Id="rId5" Type="http://schemas.openxmlformats.org/officeDocument/2006/relationships/tags" Target="../tags/tag44.xml"/><Relationship Id="rId10" Type="http://schemas.openxmlformats.org/officeDocument/2006/relationships/slideMaster" Target="../slideMasters/slideMaster1.xml"/><Relationship Id="rId4" Type="http://schemas.openxmlformats.org/officeDocument/2006/relationships/tags" Target="../tags/tag43.xml"/><Relationship Id="rId9" Type="http://schemas.openxmlformats.org/officeDocument/2006/relationships/tags" Target="../tags/tag48.xml"/></Relationships>
</file>

<file path=ppt/slideLayouts/_rels/slideLayout6.xml.rels><?xml version="1.0" encoding="UTF-8" standalone="yes"?>
<Relationships xmlns="http://schemas.openxmlformats.org/package/2006/relationships"><Relationship Id="rId8" Type="http://schemas.openxmlformats.org/officeDocument/2006/relationships/tags" Target="../tags/tag56.xml"/><Relationship Id="rId13" Type="http://schemas.openxmlformats.org/officeDocument/2006/relationships/slideMaster" Target="../slideMasters/slideMaster1.xml"/><Relationship Id="rId3" Type="http://schemas.openxmlformats.org/officeDocument/2006/relationships/tags" Target="../tags/tag51.xml"/><Relationship Id="rId7" Type="http://schemas.openxmlformats.org/officeDocument/2006/relationships/tags" Target="../tags/tag55.xml"/><Relationship Id="rId12" Type="http://schemas.openxmlformats.org/officeDocument/2006/relationships/tags" Target="../tags/tag60.xml"/><Relationship Id="rId2" Type="http://schemas.openxmlformats.org/officeDocument/2006/relationships/tags" Target="../tags/tag50.xml"/><Relationship Id="rId1" Type="http://schemas.openxmlformats.org/officeDocument/2006/relationships/tags" Target="../tags/tag49.xml"/><Relationship Id="rId6" Type="http://schemas.openxmlformats.org/officeDocument/2006/relationships/tags" Target="../tags/tag54.xml"/><Relationship Id="rId11" Type="http://schemas.openxmlformats.org/officeDocument/2006/relationships/tags" Target="../tags/tag59.xml"/><Relationship Id="rId5" Type="http://schemas.openxmlformats.org/officeDocument/2006/relationships/tags" Target="../tags/tag53.xml"/><Relationship Id="rId10" Type="http://schemas.openxmlformats.org/officeDocument/2006/relationships/tags" Target="../tags/tag58.xml"/><Relationship Id="rId4" Type="http://schemas.openxmlformats.org/officeDocument/2006/relationships/tags" Target="../tags/tag52.xml"/><Relationship Id="rId9" Type="http://schemas.openxmlformats.org/officeDocument/2006/relationships/tags" Target="../tags/tag57.xml"/></Relationships>
</file>

<file path=ppt/slideLayouts/_rels/slideLayout7.xml.rels><?xml version="1.0" encoding="UTF-8" standalone="yes"?>
<Relationships xmlns="http://schemas.openxmlformats.org/package/2006/relationships"><Relationship Id="rId8" Type="http://schemas.openxmlformats.org/officeDocument/2006/relationships/tags" Target="../tags/tag68.xml"/><Relationship Id="rId13" Type="http://schemas.openxmlformats.org/officeDocument/2006/relationships/slideMaster" Target="../slideMasters/slideMaster1.xml"/><Relationship Id="rId3" Type="http://schemas.openxmlformats.org/officeDocument/2006/relationships/tags" Target="../tags/tag63.xml"/><Relationship Id="rId7" Type="http://schemas.openxmlformats.org/officeDocument/2006/relationships/tags" Target="../tags/tag67.xml"/><Relationship Id="rId12" Type="http://schemas.openxmlformats.org/officeDocument/2006/relationships/tags" Target="../tags/tag72.xml"/><Relationship Id="rId2" Type="http://schemas.openxmlformats.org/officeDocument/2006/relationships/tags" Target="../tags/tag62.xml"/><Relationship Id="rId1" Type="http://schemas.openxmlformats.org/officeDocument/2006/relationships/tags" Target="../tags/tag61.xml"/><Relationship Id="rId6" Type="http://schemas.openxmlformats.org/officeDocument/2006/relationships/tags" Target="../tags/tag66.xml"/><Relationship Id="rId11" Type="http://schemas.openxmlformats.org/officeDocument/2006/relationships/tags" Target="../tags/tag71.xml"/><Relationship Id="rId5" Type="http://schemas.openxmlformats.org/officeDocument/2006/relationships/tags" Target="../tags/tag65.xml"/><Relationship Id="rId10" Type="http://schemas.openxmlformats.org/officeDocument/2006/relationships/tags" Target="../tags/tag70.xml"/><Relationship Id="rId4" Type="http://schemas.openxmlformats.org/officeDocument/2006/relationships/tags" Target="../tags/tag64.xml"/><Relationship Id="rId9" Type="http://schemas.openxmlformats.org/officeDocument/2006/relationships/tags" Target="../tags/tag69.xml"/></Relationships>
</file>

<file path=ppt/slideLayouts/_rels/slideLayout8.xml.rels><?xml version="1.0" encoding="UTF-8" standalone="yes"?>
<Relationships xmlns="http://schemas.openxmlformats.org/package/2006/relationships"><Relationship Id="rId8" Type="http://schemas.openxmlformats.org/officeDocument/2006/relationships/tags" Target="../tags/tag80.xml"/><Relationship Id="rId13" Type="http://schemas.openxmlformats.org/officeDocument/2006/relationships/slideMaster" Target="../slideMasters/slideMaster1.xml"/><Relationship Id="rId3" Type="http://schemas.openxmlformats.org/officeDocument/2006/relationships/tags" Target="../tags/tag75.xml"/><Relationship Id="rId7" Type="http://schemas.openxmlformats.org/officeDocument/2006/relationships/tags" Target="../tags/tag79.xml"/><Relationship Id="rId12" Type="http://schemas.openxmlformats.org/officeDocument/2006/relationships/tags" Target="../tags/tag84.xml"/><Relationship Id="rId2" Type="http://schemas.openxmlformats.org/officeDocument/2006/relationships/tags" Target="../tags/tag74.xml"/><Relationship Id="rId1" Type="http://schemas.openxmlformats.org/officeDocument/2006/relationships/tags" Target="../tags/tag73.xml"/><Relationship Id="rId6" Type="http://schemas.openxmlformats.org/officeDocument/2006/relationships/tags" Target="../tags/tag78.xml"/><Relationship Id="rId11" Type="http://schemas.openxmlformats.org/officeDocument/2006/relationships/tags" Target="../tags/tag83.xml"/><Relationship Id="rId5" Type="http://schemas.openxmlformats.org/officeDocument/2006/relationships/tags" Target="../tags/tag77.xml"/><Relationship Id="rId10" Type="http://schemas.openxmlformats.org/officeDocument/2006/relationships/tags" Target="../tags/tag82.xml"/><Relationship Id="rId4" Type="http://schemas.openxmlformats.org/officeDocument/2006/relationships/tags" Target="../tags/tag76.xml"/><Relationship Id="rId9" Type="http://schemas.openxmlformats.org/officeDocument/2006/relationships/tags" Target="../tags/tag81.xml"/></Relationships>
</file>

<file path=ppt/slideLayouts/_rels/slideLayout9.xml.rels><?xml version="1.0" encoding="UTF-8" standalone="yes"?>
<Relationships xmlns="http://schemas.openxmlformats.org/package/2006/relationships"><Relationship Id="rId3" Type="http://schemas.openxmlformats.org/officeDocument/2006/relationships/tags" Target="../tags/tag87.xml"/><Relationship Id="rId2" Type="http://schemas.openxmlformats.org/officeDocument/2006/relationships/tags" Target="../tags/tag86.xml"/><Relationship Id="rId1" Type="http://schemas.openxmlformats.org/officeDocument/2006/relationships/tags" Target="../tags/tag85.xml"/><Relationship Id="rId5" Type="http://schemas.openxmlformats.org/officeDocument/2006/relationships/slideMaster" Target="../slideMasters/slideMaster1.xml"/><Relationship Id="rId4" Type="http://schemas.openxmlformats.org/officeDocument/2006/relationships/tags" Target="../tags/tag88.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91.xml"/><Relationship Id="rId2" Type="http://schemas.openxmlformats.org/officeDocument/2006/relationships/tags" Target="../tags/tag90.xml"/><Relationship Id="rId1" Type="http://schemas.openxmlformats.org/officeDocument/2006/relationships/tags" Target="../tags/tag89.xml"/><Relationship Id="rId5" Type="http://schemas.openxmlformats.org/officeDocument/2006/relationships/image" Target="../media/image10.png"/><Relationship Id="rId4"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8" Type="http://schemas.openxmlformats.org/officeDocument/2006/relationships/tags" Target="../tags/tag99.xml"/><Relationship Id="rId13" Type="http://schemas.openxmlformats.org/officeDocument/2006/relationships/slideMaster" Target="../slideMasters/slideMaster1.xml"/><Relationship Id="rId3" Type="http://schemas.openxmlformats.org/officeDocument/2006/relationships/tags" Target="../tags/tag94.xml"/><Relationship Id="rId7" Type="http://schemas.openxmlformats.org/officeDocument/2006/relationships/tags" Target="../tags/tag98.xml"/><Relationship Id="rId12" Type="http://schemas.openxmlformats.org/officeDocument/2006/relationships/tags" Target="../tags/tag103.xml"/><Relationship Id="rId2" Type="http://schemas.openxmlformats.org/officeDocument/2006/relationships/tags" Target="../tags/tag93.xml"/><Relationship Id="rId1" Type="http://schemas.openxmlformats.org/officeDocument/2006/relationships/tags" Target="../tags/tag92.xml"/><Relationship Id="rId6" Type="http://schemas.openxmlformats.org/officeDocument/2006/relationships/tags" Target="../tags/tag97.xml"/><Relationship Id="rId11" Type="http://schemas.openxmlformats.org/officeDocument/2006/relationships/tags" Target="../tags/tag102.xml"/><Relationship Id="rId5" Type="http://schemas.openxmlformats.org/officeDocument/2006/relationships/tags" Target="../tags/tag96.xml"/><Relationship Id="rId10" Type="http://schemas.openxmlformats.org/officeDocument/2006/relationships/tags" Target="../tags/tag101.xml"/><Relationship Id="rId4" Type="http://schemas.openxmlformats.org/officeDocument/2006/relationships/tags" Target="../tags/tag95.xml"/><Relationship Id="rId9" Type="http://schemas.openxmlformats.org/officeDocument/2006/relationships/tags" Target="../tags/tag100.xml"/></Relationships>
</file>

<file path=ppt/slideLayouts/_rels/slideLayout12.xml.rels><?xml version="1.0" encoding="UTF-8" standalone="yes"?>
<Relationships xmlns="http://schemas.openxmlformats.org/package/2006/relationships"><Relationship Id="rId8" Type="http://schemas.openxmlformats.org/officeDocument/2006/relationships/tags" Target="../tags/tag111.xml"/><Relationship Id="rId13" Type="http://schemas.openxmlformats.org/officeDocument/2006/relationships/slideMaster" Target="../slideMasters/slideMaster1.xml"/><Relationship Id="rId3" Type="http://schemas.openxmlformats.org/officeDocument/2006/relationships/tags" Target="../tags/tag106.xml"/><Relationship Id="rId7" Type="http://schemas.openxmlformats.org/officeDocument/2006/relationships/tags" Target="../tags/tag110.xml"/><Relationship Id="rId12" Type="http://schemas.openxmlformats.org/officeDocument/2006/relationships/tags" Target="../tags/tag115.xml"/><Relationship Id="rId2" Type="http://schemas.openxmlformats.org/officeDocument/2006/relationships/tags" Target="../tags/tag105.xml"/><Relationship Id="rId1" Type="http://schemas.openxmlformats.org/officeDocument/2006/relationships/tags" Target="../tags/tag104.xml"/><Relationship Id="rId6" Type="http://schemas.openxmlformats.org/officeDocument/2006/relationships/tags" Target="../tags/tag109.xml"/><Relationship Id="rId11" Type="http://schemas.openxmlformats.org/officeDocument/2006/relationships/tags" Target="../tags/tag114.xml"/><Relationship Id="rId5" Type="http://schemas.openxmlformats.org/officeDocument/2006/relationships/tags" Target="../tags/tag108.xml"/><Relationship Id="rId10" Type="http://schemas.openxmlformats.org/officeDocument/2006/relationships/tags" Target="../tags/tag113.xml"/><Relationship Id="rId4" Type="http://schemas.openxmlformats.org/officeDocument/2006/relationships/tags" Target="../tags/tag107.xml"/><Relationship Id="rId9" Type="http://schemas.openxmlformats.org/officeDocument/2006/relationships/tags" Target="../tags/tag112.xml"/></Relationships>
</file>

<file path=ppt/slideLayouts/_rels/slideLayout13.xml.rels><?xml version="1.0" encoding="UTF-8" standalone="yes"?>
<Relationships xmlns="http://schemas.openxmlformats.org/package/2006/relationships"><Relationship Id="rId8" Type="http://schemas.openxmlformats.org/officeDocument/2006/relationships/tags" Target="../tags/tag123.xml"/><Relationship Id="rId13" Type="http://schemas.openxmlformats.org/officeDocument/2006/relationships/slideMaster" Target="../slideMasters/slideMaster1.xml"/><Relationship Id="rId3" Type="http://schemas.openxmlformats.org/officeDocument/2006/relationships/tags" Target="../tags/tag118.xml"/><Relationship Id="rId7" Type="http://schemas.openxmlformats.org/officeDocument/2006/relationships/tags" Target="../tags/tag122.xml"/><Relationship Id="rId12" Type="http://schemas.openxmlformats.org/officeDocument/2006/relationships/tags" Target="../tags/tag127.xml"/><Relationship Id="rId2" Type="http://schemas.openxmlformats.org/officeDocument/2006/relationships/tags" Target="../tags/tag117.xml"/><Relationship Id="rId1" Type="http://schemas.openxmlformats.org/officeDocument/2006/relationships/tags" Target="../tags/tag116.xml"/><Relationship Id="rId6" Type="http://schemas.openxmlformats.org/officeDocument/2006/relationships/tags" Target="../tags/tag121.xml"/><Relationship Id="rId11" Type="http://schemas.openxmlformats.org/officeDocument/2006/relationships/tags" Target="../tags/tag126.xml"/><Relationship Id="rId5" Type="http://schemas.openxmlformats.org/officeDocument/2006/relationships/tags" Target="../tags/tag120.xml"/><Relationship Id="rId10" Type="http://schemas.openxmlformats.org/officeDocument/2006/relationships/tags" Target="../tags/tag125.xml"/><Relationship Id="rId4" Type="http://schemas.openxmlformats.org/officeDocument/2006/relationships/tags" Target="../tags/tag119.xml"/><Relationship Id="rId9" Type="http://schemas.openxmlformats.org/officeDocument/2006/relationships/tags" Target="../tags/tag124.xml"/></Relationships>
</file>

<file path=ppt/slideLayouts/_rels/slideLayout14.xml.rels><?xml version="1.0" encoding="UTF-8" standalone="yes"?>
<Relationships xmlns="http://schemas.openxmlformats.org/package/2006/relationships"><Relationship Id="rId8" Type="http://schemas.openxmlformats.org/officeDocument/2006/relationships/tags" Target="../tags/tag135.xml"/><Relationship Id="rId13" Type="http://schemas.openxmlformats.org/officeDocument/2006/relationships/slideMaster" Target="../slideMasters/slideMaster1.xml"/><Relationship Id="rId3" Type="http://schemas.openxmlformats.org/officeDocument/2006/relationships/tags" Target="../tags/tag130.xml"/><Relationship Id="rId7" Type="http://schemas.openxmlformats.org/officeDocument/2006/relationships/tags" Target="../tags/tag134.xml"/><Relationship Id="rId12" Type="http://schemas.openxmlformats.org/officeDocument/2006/relationships/tags" Target="../tags/tag139.xml"/><Relationship Id="rId2" Type="http://schemas.openxmlformats.org/officeDocument/2006/relationships/tags" Target="../tags/tag129.xml"/><Relationship Id="rId1" Type="http://schemas.openxmlformats.org/officeDocument/2006/relationships/tags" Target="../tags/tag128.xml"/><Relationship Id="rId6" Type="http://schemas.openxmlformats.org/officeDocument/2006/relationships/tags" Target="../tags/tag133.xml"/><Relationship Id="rId11" Type="http://schemas.openxmlformats.org/officeDocument/2006/relationships/tags" Target="../tags/tag138.xml"/><Relationship Id="rId5" Type="http://schemas.openxmlformats.org/officeDocument/2006/relationships/tags" Target="../tags/tag132.xml"/><Relationship Id="rId10" Type="http://schemas.openxmlformats.org/officeDocument/2006/relationships/tags" Target="../tags/tag137.xml"/><Relationship Id="rId4" Type="http://schemas.openxmlformats.org/officeDocument/2006/relationships/tags" Target="../tags/tag131.xml"/><Relationship Id="rId9" Type="http://schemas.openxmlformats.org/officeDocument/2006/relationships/tags" Target="../tags/tag136.xml"/></Relationships>
</file>

<file path=ppt/slideLayouts/_rels/slideLayout15.xml.rels><?xml version="1.0" encoding="UTF-8" standalone="yes"?>
<Relationships xmlns="http://schemas.openxmlformats.org/package/2006/relationships"><Relationship Id="rId8" Type="http://schemas.openxmlformats.org/officeDocument/2006/relationships/tags" Target="../tags/tag147.xml"/><Relationship Id="rId13" Type="http://schemas.openxmlformats.org/officeDocument/2006/relationships/slideMaster" Target="../slideMasters/slideMaster1.xml"/><Relationship Id="rId3" Type="http://schemas.openxmlformats.org/officeDocument/2006/relationships/tags" Target="../tags/tag142.xml"/><Relationship Id="rId7" Type="http://schemas.openxmlformats.org/officeDocument/2006/relationships/tags" Target="../tags/tag146.xml"/><Relationship Id="rId12" Type="http://schemas.openxmlformats.org/officeDocument/2006/relationships/tags" Target="../tags/tag151.xml"/><Relationship Id="rId2" Type="http://schemas.openxmlformats.org/officeDocument/2006/relationships/tags" Target="../tags/tag141.xml"/><Relationship Id="rId1" Type="http://schemas.openxmlformats.org/officeDocument/2006/relationships/tags" Target="../tags/tag140.xml"/><Relationship Id="rId6" Type="http://schemas.openxmlformats.org/officeDocument/2006/relationships/tags" Target="../tags/tag145.xml"/><Relationship Id="rId11" Type="http://schemas.openxmlformats.org/officeDocument/2006/relationships/tags" Target="../tags/tag150.xml"/><Relationship Id="rId5" Type="http://schemas.openxmlformats.org/officeDocument/2006/relationships/tags" Target="../tags/tag144.xml"/><Relationship Id="rId10" Type="http://schemas.openxmlformats.org/officeDocument/2006/relationships/tags" Target="../tags/tag149.xml"/><Relationship Id="rId4" Type="http://schemas.openxmlformats.org/officeDocument/2006/relationships/tags" Target="../tags/tag143.xml"/><Relationship Id="rId9" Type="http://schemas.openxmlformats.org/officeDocument/2006/relationships/tags" Target="../tags/tag148.xml"/></Relationships>
</file>

<file path=ppt/slideLayouts/_rels/slideLayout16.xml.rels><?xml version="1.0" encoding="UTF-8" standalone="yes"?>
<Relationships xmlns="http://schemas.openxmlformats.org/package/2006/relationships"><Relationship Id="rId8" Type="http://schemas.openxmlformats.org/officeDocument/2006/relationships/tags" Target="../tags/tag159.xml"/><Relationship Id="rId13" Type="http://schemas.openxmlformats.org/officeDocument/2006/relationships/slideMaster" Target="../slideMasters/slideMaster1.xml"/><Relationship Id="rId3" Type="http://schemas.openxmlformats.org/officeDocument/2006/relationships/tags" Target="../tags/tag154.xml"/><Relationship Id="rId7" Type="http://schemas.openxmlformats.org/officeDocument/2006/relationships/tags" Target="../tags/tag158.xml"/><Relationship Id="rId12" Type="http://schemas.openxmlformats.org/officeDocument/2006/relationships/tags" Target="../tags/tag163.xml"/><Relationship Id="rId2" Type="http://schemas.openxmlformats.org/officeDocument/2006/relationships/tags" Target="../tags/tag153.xml"/><Relationship Id="rId1" Type="http://schemas.openxmlformats.org/officeDocument/2006/relationships/tags" Target="../tags/tag152.xml"/><Relationship Id="rId6" Type="http://schemas.openxmlformats.org/officeDocument/2006/relationships/tags" Target="../tags/tag157.xml"/><Relationship Id="rId11" Type="http://schemas.openxmlformats.org/officeDocument/2006/relationships/tags" Target="../tags/tag162.xml"/><Relationship Id="rId5" Type="http://schemas.openxmlformats.org/officeDocument/2006/relationships/tags" Target="../tags/tag156.xml"/><Relationship Id="rId10" Type="http://schemas.openxmlformats.org/officeDocument/2006/relationships/tags" Target="../tags/tag161.xml"/><Relationship Id="rId4" Type="http://schemas.openxmlformats.org/officeDocument/2006/relationships/tags" Target="../tags/tag155.xml"/><Relationship Id="rId9" Type="http://schemas.openxmlformats.org/officeDocument/2006/relationships/tags" Target="../tags/tag160.xml"/></Relationships>
</file>

<file path=ppt/slideLayouts/_rels/slideLayout17.xml.rels><?xml version="1.0" encoding="UTF-8" standalone="yes"?>
<Relationships xmlns="http://schemas.openxmlformats.org/package/2006/relationships"><Relationship Id="rId8" Type="http://schemas.openxmlformats.org/officeDocument/2006/relationships/tags" Target="../tags/tag171.xml"/><Relationship Id="rId13" Type="http://schemas.openxmlformats.org/officeDocument/2006/relationships/slideMaster" Target="../slideMasters/slideMaster1.xml"/><Relationship Id="rId3" Type="http://schemas.openxmlformats.org/officeDocument/2006/relationships/tags" Target="../tags/tag166.xml"/><Relationship Id="rId7" Type="http://schemas.openxmlformats.org/officeDocument/2006/relationships/tags" Target="../tags/tag170.xml"/><Relationship Id="rId12" Type="http://schemas.openxmlformats.org/officeDocument/2006/relationships/tags" Target="../tags/tag175.xml"/><Relationship Id="rId2" Type="http://schemas.openxmlformats.org/officeDocument/2006/relationships/tags" Target="../tags/tag165.xml"/><Relationship Id="rId1" Type="http://schemas.openxmlformats.org/officeDocument/2006/relationships/tags" Target="../tags/tag164.xml"/><Relationship Id="rId6" Type="http://schemas.openxmlformats.org/officeDocument/2006/relationships/tags" Target="../tags/tag169.xml"/><Relationship Id="rId11" Type="http://schemas.openxmlformats.org/officeDocument/2006/relationships/tags" Target="../tags/tag174.xml"/><Relationship Id="rId5" Type="http://schemas.openxmlformats.org/officeDocument/2006/relationships/tags" Target="../tags/tag168.xml"/><Relationship Id="rId10" Type="http://schemas.openxmlformats.org/officeDocument/2006/relationships/tags" Target="../tags/tag173.xml"/><Relationship Id="rId4" Type="http://schemas.openxmlformats.org/officeDocument/2006/relationships/tags" Target="../tags/tag167.xml"/><Relationship Id="rId9" Type="http://schemas.openxmlformats.org/officeDocument/2006/relationships/tags" Target="../tags/tag172.xml"/></Relationships>
</file>

<file path=ppt/slideLayouts/_rels/slideLayout18.xml.rels><?xml version="1.0" encoding="UTF-8" standalone="yes"?>
<Relationships xmlns="http://schemas.openxmlformats.org/package/2006/relationships"><Relationship Id="rId8" Type="http://schemas.openxmlformats.org/officeDocument/2006/relationships/tags" Target="../tags/tag183.xml"/><Relationship Id="rId3" Type="http://schemas.openxmlformats.org/officeDocument/2006/relationships/tags" Target="../tags/tag178.xml"/><Relationship Id="rId7" Type="http://schemas.openxmlformats.org/officeDocument/2006/relationships/tags" Target="../tags/tag182.xml"/><Relationship Id="rId12" Type="http://schemas.openxmlformats.org/officeDocument/2006/relationships/slideMaster" Target="../slideMasters/slideMaster1.xml"/><Relationship Id="rId2" Type="http://schemas.openxmlformats.org/officeDocument/2006/relationships/tags" Target="../tags/tag177.xml"/><Relationship Id="rId1" Type="http://schemas.openxmlformats.org/officeDocument/2006/relationships/tags" Target="../tags/tag176.xml"/><Relationship Id="rId6" Type="http://schemas.openxmlformats.org/officeDocument/2006/relationships/tags" Target="../tags/tag181.xml"/><Relationship Id="rId11" Type="http://schemas.openxmlformats.org/officeDocument/2006/relationships/tags" Target="../tags/tag186.xml"/><Relationship Id="rId5" Type="http://schemas.openxmlformats.org/officeDocument/2006/relationships/tags" Target="../tags/tag180.xml"/><Relationship Id="rId10" Type="http://schemas.openxmlformats.org/officeDocument/2006/relationships/tags" Target="../tags/tag185.xml"/><Relationship Id="rId4" Type="http://schemas.openxmlformats.org/officeDocument/2006/relationships/tags" Target="../tags/tag179.xml"/><Relationship Id="rId9" Type="http://schemas.openxmlformats.org/officeDocument/2006/relationships/tags" Target="../tags/tag184.xml"/></Relationships>
</file>

<file path=ppt/slideLayouts/_rels/slideLayout19.xml.rels><?xml version="1.0" encoding="UTF-8" standalone="yes"?>
<Relationships xmlns="http://schemas.openxmlformats.org/package/2006/relationships"><Relationship Id="rId3" Type="http://schemas.openxmlformats.org/officeDocument/2006/relationships/tags" Target="../tags/tag189.xml"/><Relationship Id="rId2" Type="http://schemas.openxmlformats.org/officeDocument/2006/relationships/tags" Target="../tags/tag188.xml"/><Relationship Id="rId1" Type="http://schemas.openxmlformats.org/officeDocument/2006/relationships/tags" Target="../tags/tag187.xml"/><Relationship Id="rId4"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tags" Target="../tags/tag192.xml"/><Relationship Id="rId7" Type="http://schemas.openxmlformats.org/officeDocument/2006/relationships/image" Target="../media/image1.png"/><Relationship Id="rId2" Type="http://schemas.openxmlformats.org/officeDocument/2006/relationships/tags" Target="../tags/tag191.xml"/><Relationship Id="rId1" Type="http://schemas.openxmlformats.org/officeDocument/2006/relationships/tags" Target="../tags/tag190.xml"/><Relationship Id="rId6" Type="http://schemas.openxmlformats.org/officeDocument/2006/relationships/slideMaster" Target="../slideMasters/slideMaster1.xml"/><Relationship Id="rId5" Type="http://schemas.openxmlformats.org/officeDocument/2006/relationships/tags" Target="../tags/tag194.xml"/><Relationship Id="rId4" Type="http://schemas.openxmlformats.org/officeDocument/2006/relationships/tags" Target="../tags/tag19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Presentation title 1">
    <p:bg>
      <p:bgPr>
        <a:solidFill>
          <a:schemeClr val="bg1"/>
        </a:solidFill>
        <a:effectLst/>
      </p:bgPr>
    </p:bg>
    <p:spTree>
      <p:nvGrpSpPr>
        <p:cNvPr id="1" name=""/>
        <p:cNvGrpSpPr/>
        <p:nvPr/>
      </p:nvGrpSpPr>
      <p:grpSpPr>
        <a:xfrm>
          <a:off x="0" y="0"/>
          <a:ext cx="0" cy="0"/>
          <a:chOff x="0" y="0"/>
          <a:chExt cx="0" cy="0"/>
        </a:xfrm>
      </p:grpSpPr>
      <p:sp>
        <p:nvSpPr>
          <p:cNvPr id="6" name="LOGO PROTECTION" hidden="1">
            <a:extLst>
              <a:ext uri="{FF2B5EF4-FFF2-40B4-BE49-F238E27FC236}">
                <a16:creationId xmlns:a16="http://schemas.microsoft.com/office/drawing/2014/main" id="{193C101A-31DD-4FCB-8E69-ED3C115F16E0}"/>
              </a:ext>
            </a:extLst>
          </p:cNvPr>
          <p:cNvSpPr/>
          <p:nvPr>
            <p:custDataLst>
              <p:tags r:id="rId1"/>
            </p:custDataLst>
          </p:nvPr>
        </p:nvSpPr>
        <p:spPr bwMode="auto">
          <a:xfrm>
            <a:off x="9624391" y="5337212"/>
            <a:ext cx="2060717" cy="1116123"/>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baseline="0" noProof="0" dirty="0">
              <a:latin typeface="+mn-lt"/>
              <a:ea typeface="+mn-ea"/>
              <a:cs typeface="+mn-cs"/>
            </a:endParaRPr>
          </a:p>
        </p:txBody>
      </p:sp>
      <p:sp>
        <p:nvSpPr>
          <p:cNvPr id="8" name="Background White">
            <a:extLst>
              <a:ext uri="{FF2B5EF4-FFF2-40B4-BE49-F238E27FC236}">
                <a16:creationId xmlns:a16="http://schemas.microsoft.com/office/drawing/2014/main" id="{9FD1694A-5725-40E5-AC10-2A7A68B981E5}"/>
              </a:ext>
            </a:extLst>
          </p:cNvPr>
          <p:cNvSpPr/>
          <p:nvPr/>
        </p:nvSpPr>
        <p:spPr bwMode="auto">
          <a:xfrm>
            <a:off x="0" y="0"/>
            <a:ext cx="12193200" cy="6858000"/>
          </a:xfrm>
          <a:prstGeom prst="rect">
            <a:avLst/>
          </a:prstGeom>
          <a:solidFill>
            <a:schemeClr val="bg1"/>
          </a:solidFill>
          <a:ln w="9525">
            <a:noFill/>
            <a:miter lim="800000"/>
            <a:headEnd/>
            <a:tailEnd/>
          </a:ln>
        </p:spPr>
        <p:txBody>
          <a:bodyPr wrap="square" lIns="96000" tIns="96000" rIns="96000" bIns="96000" rtlCol="0" anchor="ctr"/>
          <a:lstStyle/>
          <a:p>
            <a:pPr algn="ctr" eaLnBrk="0" hangingPunct="0"/>
            <a:endParaRPr lang="en-US" sz="2133" baseline="0" noProof="0" dirty="0">
              <a:latin typeface="+mn-lt"/>
              <a:ea typeface="+mn-ea"/>
              <a:cs typeface="+mn-cs"/>
            </a:endParaRPr>
          </a:p>
        </p:txBody>
      </p:sp>
      <p:sp>
        <p:nvSpPr>
          <p:cNvPr id="23" name="Crystal Picture Placeholder">
            <a:extLst>
              <a:ext uri="{FF2B5EF4-FFF2-40B4-BE49-F238E27FC236}">
                <a16:creationId xmlns:a16="http://schemas.microsoft.com/office/drawing/2014/main" id="{5805FCC4-D045-0733-8C95-81CAFF95804B}"/>
              </a:ext>
            </a:extLst>
          </p:cNvPr>
          <p:cNvSpPr>
            <a:spLocks noGrp="1"/>
          </p:cNvSpPr>
          <p:nvPr>
            <p:ph type="pic" sz="quarter" idx="15"/>
          </p:nvPr>
        </p:nvSpPr>
        <p:spPr>
          <a:xfrm>
            <a:off x="3" y="2"/>
            <a:ext cx="12191999" cy="3743997"/>
          </a:xfrm>
          <a:custGeom>
            <a:avLst/>
            <a:gdLst>
              <a:gd name="connsiteX0" fmla="*/ 0 w 12191999"/>
              <a:gd name="connsiteY0" fmla="*/ 0 h 3743997"/>
              <a:gd name="connsiteX1" fmla="*/ 12191999 w 12191999"/>
              <a:gd name="connsiteY1" fmla="*/ 0 h 3743997"/>
              <a:gd name="connsiteX2" fmla="*/ 12191999 w 12191999"/>
              <a:gd name="connsiteY2" fmla="*/ 3726156 h 3743997"/>
              <a:gd name="connsiteX3" fmla="*/ 3063660 w 12191999"/>
              <a:gd name="connsiteY3" fmla="*/ 2179105 h 3743997"/>
              <a:gd name="connsiteX4" fmla="*/ 387 w 12191999"/>
              <a:gd name="connsiteY4" fmla="*/ 3726157 h 3743997"/>
              <a:gd name="connsiteX5" fmla="*/ 387 w 12191999"/>
              <a:gd name="connsiteY5" fmla="*/ 3743997 h 3743997"/>
              <a:gd name="connsiteX6" fmla="*/ 0 w 12191999"/>
              <a:gd name="connsiteY6" fmla="*/ 3743997 h 3743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1999" h="3743997">
                <a:moveTo>
                  <a:pt x="0" y="0"/>
                </a:moveTo>
                <a:lnTo>
                  <a:pt x="12191999" y="0"/>
                </a:lnTo>
                <a:lnTo>
                  <a:pt x="12191999" y="3726156"/>
                </a:lnTo>
                <a:lnTo>
                  <a:pt x="3063660" y="2179105"/>
                </a:lnTo>
                <a:lnTo>
                  <a:pt x="387" y="3726157"/>
                </a:lnTo>
                <a:lnTo>
                  <a:pt x="387" y="3743997"/>
                </a:lnTo>
                <a:lnTo>
                  <a:pt x="0" y="3743997"/>
                </a:lnTo>
                <a:close/>
              </a:path>
            </a:pathLst>
          </a:custGeom>
          <a:blipFill>
            <a:blip r:embed="rId11"/>
            <a:stretch>
              <a:fillRect/>
            </a:stretch>
          </a:blipFill>
        </p:spPr>
        <p:txBody>
          <a:bodyPr wrap="square" tIns="1296000">
            <a:noAutofit/>
          </a:bodyPr>
          <a:lstStyle>
            <a:lvl1pPr marL="0" indent="0" algn="ctr">
              <a:buNone/>
              <a:defRPr/>
            </a:lvl1pPr>
          </a:lstStyle>
          <a:p>
            <a:r>
              <a:rPr lang="en-US"/>
              <a:t>Click icon to add picture</a:t>
            </a:r>
            <a:endParaRPr lang="de-DE"/>
          </a:p>
        </p:txBody>
      </p:sp>
      <p:sp>
        <p:nvSpPr>
          <p:cNvPr id="30" name="Subtitle"/>
          <p:cNvSpPr>
            <a:spLocks noGrp="1"/>
          </p:cNvSpPr>
          <p:nvPr>
            <p:ph type="subTitle" idx="1" hasCustomPrompt="1"/>
          </p:nvPr>
        </p:nvSpPr>
        <p:spPr>
          <a:xfrm>
            <a:off x="624000" y="5641951"/>
            <a:ext cx="8280000" cy="612000"/>
          </a:xfrm>
          <a:prstGeom prst="rect">
            <a:avLst/>
          </a:prstGeom>
        </p:spPr>
        <p:txBody>
          <a:bodyPr vert="horz" wrap="square" lIns="0" tIns="0" rIns="0" bIns="0" rtlCol="0" anchor="b" anchorCtr="0">
            <a:noAutofit/>
          </a:bodyPr>
          <a:lstStyle>
            <a:lvl1pPr marL="0" indent="0" algn="l">
              <a:spcAft>
                <a:spcPts val="0"/>
              </a:spcAft>
              <a:buNone/>
              <a:defRPr lang="en-GB" sz="1800" baseline="0" noProof="0" dirty="0">
                <a:solidFill>
                  <a:schemeClr val="tx1"/>
                </a:solidFill>
                <a:latin typeface="+mn-lt"/>
                <a:ea typeface="+mn-ea"/>
                <a:cs typeface="+mn-cs"/>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pPr lvl="0"/>
            <a:r>
              <a:rPr lang="en-US" noProof="0" dirty="0"/>
              <a:t>Author (department)</a:t>
            </a:r>
            <a:br>
              <a:rPr lang="en-US" noProof="0" dirty="0"/>
            </a:br>
            <a:r>
              <a:rPr lang="en-US" noProof="0" dirty="0"/>
              <a:t>Date</a:t>
            </a:r>
          </a:p>
        </p:txBody>
      </p:sp>
      <p:sp>
        <p:nvSpPr>
          <p:cNvPr id="15" name="Title">
            <a:extLst>
              <a:ext uri="{FF2B5EF4-FFF2-40B4-BE49-F238E27FC236}">
                <a16:creationId xmlns:a16="http://schemas.microsoft.com/office/drawing/2014/main" id="{26638A09-FAF0-40AC-917E-C2B12C875E5A}"/>
              </a:ext>
            </a:extLst>
          </p:cNvPr>
          <p:cNvSpPr>
            <a:spLocks noGrp="1"/>
          </p:cNvSpPr>
          <p:nvPr>
            <p:ph type="ctrTitle" hasCustomPrompt="1"/>
            <p:custDataLst>
              <p:tags r:id="rId2"/>
            </p:custDataLst>
          </p:nvPr>
        </p:nvSpPr>
        <p:spPr>
          <a:xfrm>
            <a:off x="624000" y="4163051"/>
            <a:ext cx="8280000" cy="1118901"/>
          </a:xfrm>
        </p:spPr>
        <p:txBody>
          <a:bodyPr bIns="0" anchor="b">
            <a:normAutofit/>
          </a:bodyPr>
          <a:lstStyle>
            <a:lvl1pPr algn="l">
              <a:defRPr sz="3600" baseline="0">
                <a:latin typeface="+mj-lt"/>
                <a:ea typeface="+mj-ea"/>
                <a:cs typeface="+mj-cs"/>
              </a:defRPr>
            </a:lvl1pPr>
          </a:lstStyle>
          <a:p>
            <a:r>
              <a:rPr lang="en-US" noProof="0" dirty="0"/>
              <a:t>Please type in title</a:t>
            </a:r>
          </a:p>
        </p:txBody>
      </p:sp>
      <p:sp>
        <p:nvSpPr>
          <p:cNvPr id="9" name="empower_classification_attention_placeholder" hidden="1">
            <a:extLst>
              <a:ext uri="{FF2B5EF4-FFF2-40B4-BE49-F238E27FC236}">
                <a16:creationId xmlns:a16="http://schemas.microsoft.com/office/drawing/2014/main" id="{542ADA73-329E-4D35-A040-712B75800F88}"/>
              </a:ext>
            </a:extLst>
          </p:cNvPr>
          <p:cNvSpPr txBox="1"/>
          <p:nvPr>
            <p:custDataLst>
              <p:tags r:id="rId3"/>
            </p:custDataLst>
          </p:nvPr>
        </p:nvSpPr>
        <p:spPr bwMode="auto">
          <a:xfrm>
            <a:off x="5411800" y="6500314"/>
            <a:ext cx="1368401" cy="288925"/>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a:solidFill>
                  <a:schemeClr val="tx2"/>
                </a:solidFill>
                <a:latin typeface="+mn-lt"/>
                <a:ea typeface="+mn-ea"/>
                <a:cs typeface="+mn-cs"/>
              </a:rPr>
              <a:t>Public</a:t>
            </a:r>
            <a:endParaRPr lang="en-US" sz="800" b="1" kern="0" baseline="0" noProof="0" dirty="0">
              <a:solidFill>
                <a:schemeClr val="tx2"/>
              </a:solidFill>
              <a:latin typeface="+mn-lt"/>
              <a:ea typeface="+mn-ea"/>
              <a:cs typeface="+mn-cs"/>
            </a:endParaRPr>
          </a:p>
        </p:txBody>
      </p:sp>
      <p:sp>
        <p:nvSpPr>
          <p:cNvPr id="10" name="empower_classification_placeholder">
            <a:extLst>
              <a:ext uri="{FF2B5EF4-FFF2-40B4-BE49-F238E27FC236}">
                <a16:creationId xmlns:a16="http://schemas.microsoft.com/office/drawing/2014/main" id="{2D16A7B9-CA23-4C66-B2AF-3682EAAE8159}"/>
              </a:ext>
            </a:extLst>
          </p:cNvPr>
          <p:cNvSpPr txBox="1"/>
          <p:nvPr>
            <p:custDataLst>
              <p:tags r:id="rId4"/>
            </p:custDataLst>
          </p:nvPr>
        </p:nvSpPr>
        <p:spPr bwMode="auto">
          <a:xfrm>
            <a:off x="5412000" y="6500314"/>
            <a:ext cx="1368000" cy="288925"/>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baseline="0" noProof="0">
                <a:solidFill>
                  <a:schemeClr val="tx1"/>
                </a:solidFill>
                <a:latin typeface="+mn-lt"/>
                <a:ea typeface="+mn-ea"/>
                <a:cs typeface="+mn-cs"/>
              </a:rPr>
              <a:t>Public</a:t>
            </a:r>
            <a:endParaRPr lang="en-US" sz="800" kern="0" baseline="0" noProof="0" dirty="0">
              <a:solidFill>
                <a:schemeClr val="tx1"/>
              </a:solidFill>
              <a:latin typeface="+mn-lt"/>
              <a:ea typeface="+mn-ea"/>
              <a:cs typeface="+mn-cs"/>
            </a:endParaRPr>
          </a:p>
        </p:txBody>
      </p:sp>
      <p:sp>
        <p:nvSpPr>
          <p:cNvPr id="11" name="empower_document_placeholder" hidden="1">
            <a:extLst>
              <a:ext uri="{FF2B5EF4-FFF2-40B4-BE49-F238E27FC236}">
                <a16:creationId xmlns:a16="http://schemas.microsoft.com/office/drawing/2014/main" id="{7FE25D73-2664-463A-AF80-DF3E4E2CB8B6}"/>
              </a:ext>
            </a:extLst>
          </p:cNvPr>
          <p:cNvSpPr txBox="1"/>
          <p:nvPr>
            <p:custDataLst>
              <p:tags r:id="rId5"/>
            </p:custDataLst>
          </p:nvPr>
        </p:nvSpPr>
        <p:spPr bwMode="auto">
          <a:xfrm>
            <a:off x="624000" y="6500314"/>
            <a:ext cx="3240087" cy="288925"/>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baseline="0" noProof="0">
                <a:solidFill>
                  <a:schemeClr val="tx1"/>
                </a:solidFill>
                <a:latin typeface="+mn-lt"/>
                <a:ea typeface="+mn-ea"/>
                <a:cs typeface="+mn-cs"/>
              </a:rPr>
              <a:t>[Owner:   Doc ID:   Vers.: ]</a:t>
            </a:r>
            <a:endParaRPr lang="en-US" sz="800" kern="0" baseline="0" noProof="0" dirty="0">
              <a:solidFill>
                <a:schemeClr val="tx1"/>
              </a:solidFill>
              <a:latin typeface="+mn-lt"/>
              <a:ea typeface="+mn-ea"/>
              <a:cs typeface="+mn-cs"/>
            </a:endParaRPr>
          </a:p>
        </p:txBody>
      </p:sp>
      <p:sp>
        <p:nvSpPr>
          <p:cNvPr id="12" name="empower_draft_placeholder" hidden="1">
            <a:extLst>
              <a:ext uri="{FF2B5EF4-FFF2-40B4-BE49-F238E27FC236}">
                <a16:creationId xmlns:a16="http://schemas.microsoft.com/office/drawing/2014/main" id="{9769B1E2-E46B-4957-AEBB-2CD1EAF09328}"/>
              </a:ext>
            </a:extLst>
          </p:cNvPr>
          <p:cNvSpPr txBox="1"/>
          <p:nvPr>
            <p:custDataLst>
              <p:tags r:id="rId6"/>
            </p:custDataLst>
          </p:nvPr>
        </p:nvSpPr>
        <p:spPr bwMode="auto">
          <a:xfrm>
            <a:off x="4350044" y="6501239"/>
            <a:ext cx="576000" cy="288000"/>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a:solidFill>
                  <a:schemeClr val="tx2"/>
                </a:solidFill>
                <a:latin typeface="+mn-lt"/>
                <a:ea typeface="+mn-ea"/>
                <a:cs typeface="+mn-cs"/>
              </a:rPr>
              <a:t>- DRAFT -</a:t>
            </a:r>
            <a:endParaRPr lang="en-US" sz="800" b="1" kern="0" baseline="0" noProof="0" dirty="0">
              <a:solidFill>
                <a:schemeClr val="tx2"/>
              </a:solidFill>
              <a:latin typeface="+mn-lt"/>
              <a:ea typeface="+mn-ea"/>
              <a:cs typeface="+mn-cs"/>
            </a:endParaRPr>
          </a:p>
        </p:txBody>
      </p:sp>
      <p:sp>
        <p:nvSpPr>
          <p:cNvPr id="2" name="MIO_AGENDA_IGNORE_NAVIGATION" hidden="1">
            <a:extLst>
              <a:ext uri="{FF2B5EF4-FFF2-40B4-BE49-F238E27FC236}">
                <a16:creationId xmlns:a16="http://schemas.microsoft.com/office/drawing/2014/main" id="{03AF05FD-8ED3-440D-B616-18664CA13DD2}"/>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dirty="0">
              <a:latin typeface="+mn-lt"/>
              <a:ea typeface="+mn-ea"/>
              <a:cs typeface="+mn-cs"/>
            </a:endParaRPr>
          </a:p>
        </p:txBody>
      </p:sp>
      <p:sp>
        <p:nvSpPr>
          <p:cNvPr id="16" name="MIO_AGENDA_IGNORE_CHAPTER_REFERENCE" hidden="1">
            <a:extLst>
              <a:ext uri="{FF2B5EF4-FFF2-40B4-BE49-F238E27FC236}">
                <a16:creationId xmlns:a16="http://schemas.microsoft.com/office/drawing/2014/main" id="{E0053FF2-2ADB-4CE0-850C-04ADE25DFF5B}"/>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dirty="0">
              <a:latin typeface="+mn-lt"/>
              <a:ea typeface="+mn-ea"/>
              <a:cs typeface="+mn-cs"/>
            </a:endParaRPr>
          </a:p>
        </p:txBody>
      </p:sp>
      <p:sp>
        <p:nvSpPr>
          <p:cNvPr id="17" name="Date Placeholder 16" hidden="1">
            <a:extLst>
              <a:ext uri="{FF2B5EF4-FFF2-40B4-BE49-F238E27FC236}">
                <a16:creationId xmlns:a16="http://schemas.microsoft.com/office/drawing/2014/main" id="{B19EA23C-BCB4-4E72-A8B3-AFF05FD396BC}"/>
              </a:ext>
            </a:extLst>
          </p:cNvPr>
          <p:cNvSpPr>
            <a:spLocks noGrp="1"/>
          </p:cNvSpPr>
          <p:nvPr>
            <p:ph type="dt" sz="half" idx="10"/>
            <p:custDataLst>
              <p:tags r:id="rId7"/>
            </p:custDataLst>
          </p:nvPr>
        </p:nvSpPr>
        <p:spPr/>
        <p:txBody>
          <a:bodyPr/>
          <a:lstStyle/>
          <a:p>
            <a:r>
              <a:rPr lang="en-US" b="1"/>
              <a:t> </a:t>
            </a:r>
            <a:endParaRPr lang="en-US" b="1" dirty="0"/>
          </a:p>
        </p:txBody>
      </p:sp>
      <p:sp>
        <p:nvSpPr>
          <p:cNvPr id="18" name="Footer Placeholder 17" hidden="1">
            <a:extLst>
              <a:ext uri="{FF2B5EF4-FFF2-40B4-BE49-F238E27FC236}">
                <a16:creationId xmlns:a16="http://schemas.microsoft.com/office/drawing/2014/main" id="{271BB539-26D3-4B9C-9F13-4E382668BE89}"/>
              </a:ext>
            </a:extLst>
          </p:cNvPr>
          <p:cNvSpPr>
            <a:spLocks noGrp="1"/>
          </p:cNvSpPr>
          <p:nvPr>
            <p:ph type="ftr" sz="quarter" idx="11"/>
            <p:custDataLst>
              <p:tags r:id="rId8"/>
            </p:custDataLst>
          </p:nvPr>
        </p:nvSpPr>
        <p:spPr/>
        <p:txBody>
          <a:bodyPr/>
          <a:lstStyle/>
          <a:p>
            <a:endParaRPr lang="en-US" dirty="0"/>
          </a:p>
        </p:txBody>
      </p:sp>
      <p:sp>
        <p:nvSpPr>
          <p:cNvPr id="19" name="Slide Number Placeholder 18" hidden="1">
            <a:extLst>
              <a:ext uri="{FF2B5EF4-FFF2-40B4-BE49-F238E27FC236}">
                <a16:creationId xmlns:a16="http://schemas.microsoft.com/office/drawing/2014/main" id="{970E7400-5A78-4596-8A13-DC8308CA511D}"/>
              </a:ext>
            </a:extLst>
          </p:cNvPr>
          <p:cNvSpPr>
            <a:spLocks noGrp="1"/>
          </p:cNvSpPr>
          <p:nvPr>
            <p:ph type="sldNum" sz="quarter" idx="12"/>
            <p:custDataLst>
              <p:tags r:id="rId9"/>
            </p:custDataLst>
          </p:nvPr>
        </p:nvSpPr>
        <p:spPr/>
        <p:txBody>
          <a:bodyPr/>
          <a:lstStyle/>
          <a:p>
            <a:r>
              <a:rPr lang="en-US"/>
              <a:t> </a:t>
            </a:r>
            <a:endParaRPr lang="en-US" dirty="0"/>
          </a:p>
        </p:txBody>
      </p:sp>
      <p:sp>
        <p:nvSpPr>
          <p:cNvPr id="3" name="MIO_Placeholder_Mapping" hidden="1">
            <a:extLst>
              <a:ext uri="{FF2B5EF4-FFF2-40B4-BE49-F238E27FC236}">
                <a16:creationId xmlns:a16="http://schemas.microsoft.com/office/drawing/2014/main" id="{C370ED20-2DD7-4652-95B4-6C73AD11EB7F}"/>
              </a:ext>
            </a:extLst>
          </p:cNvPr>
          <p:cNvSpPr/>
          <p:nvPr userDrawn="1"/>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pic>
        <p:nvPicPr>
          <p:cNvPr id="20" name="LOGO">
            <a:extLst>
              <a:ext uri="{FF2B5EF4-FFF2-40B4-BE49-F238E27FC236}">
                <a16:creationId xmlns:a16="http://schemas.microsoft.com/office/drawing/2014/main" id="{92DC6926-96FF-4BB1-823E-5F2FFE796E76}"/>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a:off x="9738355" y="5453288"/>
            <a:ext cx="1830253" cy="800431"/>
          </a:xfrm>
          <a:prstGeom prst="rect">
            <a:avLst/>
          </a:prstGeom>
        </p:spPr>
      </p:pic>
    </p:spTree>
    <p:extLst>
      <p:ext uri="{BB962C8B-B14F-4D97-AF65-F5344CB8AC3E}">
        <p14:creationId xmlns:p14="http://schemas.microsoft.com/office/powerpoint/2010/main" val="455361232"/>
      </p:ext>
    </p:extLst>
  </p:cSld>
  <p:clrMapOvr>
    <a:masterClrMapping/>
  </p:clrMapOvr>
  <p:hf sldNum="0" hdr="0"/>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Presentation title 4">
    <p:bg>
      <p:bgPr>
        <a:solidFill>
          <a:schemeClr val="bg1"/>
        </a:solidFill>
        <a:effectLst/>
      </p:bgPr>
    </p:bg>
    <p:spTree>
      <p:nvGrpSpPr>
        <p:cNvPr id="1" name=""/>
        <p:cNvGrpSpPr/>
        <p:nvPr/>
      </p:nvGrpSpPr>
      <p:grpSpPr>
        <a:xfrm>
          <a:off x="0" y="0"/>
          <a:ext cx="0" cy="0"/>
          <a:chOff x="0" y="0"/>
          <a:chExt cx="0" cy="0"/>
        </a:xfrm>
      </p:grpSpPr>
      <p:sp>
        <p:nvSpPr>
          <p:cNvPr id="6" name="LOGO PROTECTION">
            <a:extLst>
              <a:ext uri="{FF2B5EF4-FFF2-40B4-BE49-F238E27FC236}">
                <a16:creationId xmlns:a16="http://schemas.microsoft.com/office/drawing/2014/main" id="{193C101A-31DD-4FCB-8E69-ED3C115F16E0}"/>
              </a:ext>
            </a:extLst>
          </p:cNvPr>
          <p:cNvSpPr/>
          <p:nvPr>
            <p:custDataLst>
              <p:tags r:id="rId1"/>
            </p:custDataLst>
          </p:nvPr>
        </p:nvSpPr>
        <p:spPr bwMode="auto">
          <a:xfrm>
            <a:off x="9912424" y="236633"/>
            <a:ext cx="1772684" cy="960119"/>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baseline="0" noProof="0" dirty="0">
              <a:latin typeface="+mn-lt"/>
              <a:ea typeface="+mn-ea"/>
              <a:cs typeface="+mn-cs"/>
            </a:endParaRPr>
          </a:p>
        </p:txBody>
      </p:sp>
      <p:sp>
        <p:nvSpPr>
          <p:cNvPr id="8" name="Background White">
            <a:extLst>
              <a:ext uri="{FF2B5EF4-FFF2-40B4-BE49-F238E27FC236}">
                <a16:creationId xmlns:a16="http://schemas.microsoft.com/office/drawing/2014/main" id="{9FD1694A-5725-40E5-AC10-2A7A68B981E5}"/>
              </a:ext>
            </a:extLst>
          </p:cNvPr>
          <p:cNvSpPr>
            <a:spLocks noGrp="1" noRot="1" noMove="1" noResize="1" noEditPoints="1" noAdjustHandles="1" noChangeArrowheads="1" noChangeShapeType="1"/>
          </p:cNvSpPr>
          <p:nvPr/>
        </p:nvSpPr>
        <p:spPr bwMode="auto">
          <a:xfrm>
            <a:off x="0" y="0"/>
            <a:ext cx="12193200" cy="6858000"/>
          </a:xfrm>
          <a:prstGeom prst="rect">
            <a:avLst/>
          </a:prstGeom>
          <a:solidFill>
            <a:schemeClr val="bg1"/>
          </a:solidFill>
          <a:ln w="9525">
            <a:noFill/>
            <a:miter lim="800000"/>
            <a:headEnd/>
            <a:tailEnd/>
          </a:ln>
        </p:spPr>
        <p:txBody>
          <a:bodyPr wrap="square" lIns="96000" tIns="96000" rIns="96000" bIns="96000" rtlCol="0" anchor="ctr"/>
          <a:lstStyle/>
          <a:p>
            <a:pPr algn="ctr" eaLnBrk="0" hangingPunct="0"/>
            <a:endParaRPr lang="en-US" sz="2133" baseline="0" noProof="0" dirty="0">
              <a:latin typeface="+mn-lt"/>
              <a:ea typeface="+mn-ea"/>
              <a:cs typeface="+mn-cs"/>
            </a:endParaRPr>
          </a:p>
        </p:txBody>
      </p:sp>
      <p:sp>
        <p:nvSpPr>
          <p:cNvPr id="30" name="Subtitle"/>
          <p:cNvSpPr>
            <a:spLocks noGrp="1"/>
          </p:cNvSpPr>
          <p:nvPr>
            <p:ph type="subTitle" idx="1" hasCustomPrompt="1"/>
          </p:nvPr>
        </p:nvSpPr>
        <p:spPr>
          <a:xfrm>
            <a:off x="624000" y="5641951"/>
            <a:ext cx="8280000" cy="612000"/>
          </a:xfrm>
          <a:prstGeom prst="rect">
            <a:avLst/>
          </a:prstGeom>
        </p:spPr>
        <p:txBody>
          <a:bodyPr vert="horz" wrap="square" lIns="0" tIns="0" rIns="0" bIns="0" rtlCol="0" anchor="b" anchorCtr="0">
            <a:noAutofit/>
          </a:bodyPr>
          <a:lstStyle>
            <a:lvl1pPr marL="0" indent="0" algn="l">
              <a:spcAft>
                <a:spcPts val="0"/>
              </a:spcAft>
              <a:buNone/>
              <a:defRPr lang="en-GB" sz="1800" baseline="0" noProof="0" dirty="0">
                <a:solidFill>
                  <a:schemeClr val="tx1"/>
                </a:solidFill>
                <a:latin typeface="+mn-lt"/>
                <a:ea typeface="+mn-ea"/>
                <a:cs typeface="+mn-cs"/>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pPr lvl="0"/>
            <a:r>
              <a:rPr lang="en-US" noProof="0" dirty="0"/>
              <a:t>Author (department)</a:t>
            </a:r>
            <a:br>
              <a:rPr lang="en-US" noProof="0" dirty="0"/>
            </a:br>
            <a:r>
              <a:rPr lang="en-US" noProof="0" dirty="0"/>
              <a:t>Date</a:t>
            </a:r>
          </a:p>
        </p:txBody>
      </p:sp>
      <p:sp>
        <p:nvSpPr>
          <p:cNvPr id="15" name="Title">
            <a:extLst>
              <a:ext uri="{FF2B5EF4-FFF2-40B4-BE49-F238E27FC236}">
                <a16:creationId xmlns:a16="http://schemas.microsoft.com/office/drawing/2014/main" id="{26638A09-FAF0-40AC-917E-C2B12C875E5A}"/>
              </a:ext>
            </a:extLst>
          </p:cNvPr>
          <p:cNvSpPr>
            <a:spLocks noGrp="1"/>
          </p:cNvSpPr>
          <p:nvPr>
            <p:ph type="ctrTitle" hasCustomPrompt="1"/>
            <p:custDataLst>
              <p:tags r:id="rId2"/>
            </p:custDataLst>
          </p:nvPr>
        </p:nvSpPr>
        <p:spPr>
          <a:xfrm>
            <a:off x="624000" y="4163051"/>
            <a:ext cx="8280000" cy="1118901"/>
          </a:xfrm>
        </p:spPr>
        <p:txBody>
          <a:bodyPr bIns="0" anchor="b">
            <a:normAutofit/>
          </a:bodyPr>
          <a:lstStyle>
            <a:lvl1pPr algn="l">
              <a:defRPr sz="3600" baseline="0">
                <a:latin typeface="+mj-lt"/>
                <a:ea typeface="+mj-ea"/>
                <a:cs typeface="+mj-cs"/>
              </a:defRPr>
            </a:lvl1pPr>
          </a:lstStyle>
          <a:p>
            <a:r>
              <a:rPr lang="en-US" noProof="0" dirty="0"/>
              <a:t>Please type in title</a:t>
            </a:r>
          </a:p>
        </p:txBody>
      </p:sp>
      <p:sp>
        <p:nvSpPr>
          <p:cNvPr id="13" name="Crystal Shape">
            <a:extLst>
              <a:ext uri="{FF2B5EF4-FFF2-40B4-BE49-F238E27FC236}">
                <a16:creationId xmlns:a16="http://schemas.microsoft.com/office/drawing/2014/main" id="{A4208110-E884-BAAA-527C-E592A2F7FA29}"/>
              </a:ext>
            </a:extLst>
          </p:cNvPr>
          <p:cNvSpPr/>
          <p:nvPr userDrawn="1"/>
        </p:nvSpPr>
        <p:spPr bwMode="auto">
          <a:xfrm>
            <a:off x="2" y="1"/>
            <a:ext cx="12191999" cy="3932241"/>
          </a:xfrm>
          <a:custGeom>
            <a:avLst/>
            <a:gdLst>
              <a:gd name="connsiteX0" fmla="*/ 0 w 12191999"/>
              <a:gd name="connsiteY0" fmla="*/ 0 h 3932241"/>
              <a:gd name="connsiteX1" fmla="*/ 12191999 w 12191999"/>
              <a:gd name="connsiteY1" fmla="*/ 0 h 3932241"/>
              <a:gd name="connsiteX2" fmla="*/ 12191999 w 12191999"/>
              <a:gd name="connsiteY2" fmla="*/ 3726156 h 3932241"/>
              <a:gd name="connsiteX3" fmla="*/ 3063660 w 12191999"/>
              <a:gd name="connsiteY3" fmla="*/ 2179105 h 3932241"/>
              <a:gd name="connsiteX4" fmla="*/ 387 w 12191999"/>
              <a:gd name="connsiteY4" fmla="*/ 3726157 h 3932241"/>
              <a:gd name="connsiteX5" fmla="*/ 387 w 12191999"/>
              <a:gd name="connsiteY5" fmla="*/ 3932241 h 3932241"/>
              <a:gd name="connsiteX6" fmla="*/ 0 w 12191999"/>
              <a:gd name="connsiteY6" fmla="*/ 3932241 h 39322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1999" h="3932241">
                <a:moveTo>
                  <a:pt x="0" y="0"/>
                </a:moveTo>
                <a:lnTo>
                  <a:pt x="12191999" y="0"/>
                </a:lnTo>
                <a:lnTo>
                  <a:pt x="12191999" y="3726156"/>
                </a:lnTo>
                <a:lnTo>
                  <a:pt x="3063660" y="2179105"/>
                </a:lnTo>
                <a:lnTo>
                  <a:pt x="387" y="3726157"/>
                </a:lnTo>
                <a:lnTo>
                  <a:pt x="387" y="3932241"/>
                </a:lnTo>
                <a:lnTo>
                  <a:pt x="0" y="3932241"/>
                </a:lnTo>
                <a:close/>
              </a:path>
            </a:pathLst>
          </a:custGeom>
          <a:blipFill>
            <a:blip r:embed="rId11" cstate="screen">
              <a:extLst>
                <a:ext uri="{28A0092B-C50C-407E-A947-70E740481C1C}">
                  <a14:useLocalDpi xmlns:a14="http://schemas.microsoft.com/office/drawing/2010/main"/>
                </a:ext>
              </a:extLst>
            </a:blip>
            <a:srcRect/>
            <a:stretch>
              <a:fillRect/>
            </a:stretch>
          </a:blipFill>
          <a:ln w="9525">
            <a:noFill/>
            <a:miter lim="800000"/>
            <a:headEnd/>
            <a:tailEnd/>
          </a:ln>
        </p:spPr>
        <p:txBody>
          <a:bodyPr wrap="square" lIns="72000" tIns="72000" rIns="72000" bIns="72000" rtlCol="0" anchor="ctr">
            <a:noAutofit/>
          </a:bodyPr>
          <a:lstStyle/>
          <a:p>
            <a:pPr algn="ctr" defTabSz="576000" rtl="0" eaLnBrk="0" hangingPunct="0">
              <a:lnSpc>
                <a:spcPct val="120000"/>
              </a:lnSpc>
            </a:pPr>
            <a:endParaRPr lang="de-DE" sz="1600" baseline="0" dirty="0">
              <a:solidFill>
                <a:schemeClr val="bg1"/>
              </a:solidFill>
              <a:latin typeface="+mn-lt"/>
              <a:ea typeface="+mn-ea"/>
              <a:cs typeface="+mn-cs"/>
            </a:endParaRPr>
          </a:p>
        </p:txBody>
      </p:sp>
      <p:sp>
        <p:nvSpPr>
          <p:cNvPr id="9" name="empower_classification_attention_placeholder" hidden="1">
            <a:extLst>
              <a:ext uri="{FF2B5EF4-FFF2-40B4-BE49-F238E27FC236}">
                <a16:creationId xmlns:a16="http://schemas.microsoft.com/office/drawing/2014/main" id="{542ADA73-329E-4D35-A040-712B75800F88}"/>
              </a:ext>
            </a:extLst>
          </p:cNvPr>
          <p:cNvSpPr txBox="1"/>
          <p:nvPr>
            <p:custDataLst>
              <p:tags r:id="rId3"/>
            </p:custDataLst>
          </p:nvPr>
        </p:nvSpPr>
        <p:spPr bwMode="auto">
          <a:xfrm>
            <a:off x="5411800" y="6500314"/>
            <a:ext cx="1368401" cy="288925"/>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a:solidFill>
                  <a:schemeClr val="tx2"/>
                </a:solidFill>
                <a:latin typeface="+mn-lt"/>
                <a:ea typeface="+mn-ea"/>
                <a:cs typeface="+mn-cs"/>
              </a:rPr>
              <a:t>Public</a:t>
            </a:r>
            <a:endParaRPr lang="en-US" sz="800" b="1" kern="0" baseline="0" noProof="0" dirty="0">
              <a:solidFill>
                <a:schemeClr val="tx2"/>
              </a:solidFill>
              <a:latin typeface="+mn-lt"/>
              <a:ea typeface="+mn-ea"/>
              <a:cs typeface="+mn-cs"/>
            </a:endParaRPr>
          </a:p>
        </p:txBody>
      </p:sp>
      <p:sp>
        <p:nvSpPr>
          <p:cNvPr id="10" name="empower_classification_placeholder">
            <a:extLst>
              <a:ext uri="{FF2B5EF4-FFF2-40B4-BE49-F238E27FC236}">
                <a16:creationId xmlns:a16="http://schemas.microsoft.com/office/drawing/2014/main" id="{2D16A7B9-CA23-4C66-B2AF-3682EAAE8159}"/>
              </a:ext>
            </a:extLst>
          </p:cNvPr>
          <p:cNvSpPr txBox="1"/>
          <p:nvPr>
            <p:custDataLst>
              <p:tags r:id="rId4"/>
            </p:custDataLst>
          </p:nvPr>
        </p:nvSpPr>
        <p:spPr bwMode="auto">
          <a:xfrm>
            <a:off x="5412000" y="6500314"/>
            <a:ext cx="1368000" cy="288925"/>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baseline="0" noProof="0">
                <a:solidFill>
                  <a:schemeClr val="tx1"/>
                </a:solidFill>
                <a:latin typeface="+mn-lt"/>
                <a:ea typeface="+mn-ea"/>
                <a:cs typeface="+mn-cs"/>
              </a:rPr>
              <a:t>Public</a:t>
            </a:r>
            <a:endParaRPr lang="en-US" sz="800" kern="0" baseline="0" noProof="0" dirty="0">
              <a:solidFill>
                <a:schemeClr val="tx1"/>
              </a:solidFill>
              <a:latin typeface="+mn-lt"/>
              <a:ea typeface="+mn-ea"/>
              <a:cs typeface="+mn-cs"/>
            </a:endParaRPr>
          </a:p>
        </p:txBody>
      </p:sp>
      <p:sp>
        <p:nvSpPr>
          <p:cNvPr id="11" name="empower_document_placeholder" hidden="1">
            <a:extLst>
              <a:ext uri="{FF2B5EF4-FFF2-40B4-BE49-F238E27FC236}">
                <a16:creationId xmlns:a16="http://schemas.microsoft.com/office/drawing/2014/main" id="{7FE25D73-2664-463A-AF80-DF3E4E2CB8B6}"/>
              </a:ext>
            </a:extLst>
          </p:cNvPr>
          <p:cNvSpPr txBox="1"/>
          <p:nvPr>
            <p:custDataLst>
              <p:tags r:id="rId5"/>
            </p:custDataLst>
          </p:nvPr>
        </p:nvSpPr>
        <p:spPr bwMode="auto">
          <a:xfrm>
            <a:off x="624000" y="6500314"/>
            <a:ext cx="3240087" cy="288925"/>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baseline="0" noProof="0">
                <a:solidFill>
                  <a:schemeClr val="tx1"/>
                </a:solidFill>
                <a:latin typeface="+mn-lt"/>
                <a:ea typeface="+mn-ea"/>
                <a:cs typeface="+mn-cs"/>
              </a:rPr>
              <a:t>[Owner:   Doc ID:   Vers.: ]</a:t>
            </a:r>
            <a:endParaRPr lang="en-US" sz="800" kern="0" baseline="0" noProof="0" dirty="0">
              <a:solidFill>
                <a:schemeClr val="tx1"/>
              </a:solidFill>
              <a:latin typeface="+mn-lt"/>
              <a:ea typeface="+mn-ea"/>
              <a:cs typeface="+mn-cs"/>
            </a:endParaRPr>
          </a:p>
        </p:txBody>
      </p:sp>
      <p:sp>
        <p:nvSpPr>
          <p:cNvPr id="12" name="empower_draft_placeholder" hidden="1">
            <a:extLst>
              <a:ext uri="{FF2B5EF4-FFF2-40B4-BE49-F238E27FC236}">
                <a16:creationId xmlns:a16="http://schemas.microsoft.com/office/drawing/2014/main" id="{9769B1E2-E46B-4957-AEBB-2CD1EAF09328}"/>
              </a:ext>
            </a:extLst>
          </p:cNvPr>
          <p:cNvSpPr txBox="1"/>
          <p:nvPr>
            <p:custDataLst>
              <p:tags r:id="rId6"/>
            </p:custDataLst>
          </p:nvPr>
        </p:nvSpPr>
        <p:spPr bwMode="auto">
          <a:xfrm>
            <a:off x="4350044" y="6501239"/>
            <a:ext cx="576000" cy="288000"/>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a:solidFill>
                  <a:schemeClr val="tx2"/>
                </a:solidFill>
                <a:latin typeface="+mn-lt"/>
                <a:ea typeface="+mn-ea"/>
                <a:cs typeface="+mn-cs"/>
              </a:rPr>
              <a:t>- DRAFT -</a:t>
            </a:r>
            <a:endParaRPr lang="en-US" sz="800" b="1" kern="0" baseline="0" noProof="0" dirty="0">
              <a:solidFill>
                <a:schemeClr val="tx2"/>
              </a:solidFill>
              <a:latin typeface="+mn-lt"/>
              <a:ea typeface="+mn-ea"/>
              <a:cs typeface="+mn-cs"/>
            </a:endParaRPr>
          </a:p>
        </p:txBody>
      </p:sp>
      <p:sp>
        <p:nvSpPr>
          <p:cNvPr id="2" name="MIO_AGENDA_IGNORE_NAVIGATION" hidden="1">
            <a:extLst>
              <a:ext uri="{FF2B5EF4-FFF2-40B4-BE49-F238E27FC236}">
                <a16:creationId xmlns:a16="http://schemas.microsoft.com/office/drawing/2014/main" id="{03AF05FD-8ED3-440D-B616-18664CA13DD2}"/>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dirty="0">
              <a:latin typeface="+mn-lt"/>
              <a:ea typeface="+mn-ea"/>
              <a:cs typeface="+mn-cs"/>
            </a:endParaRPr>
          </a:p>
        </p:txBody>
      </p:sp>
      <p:sp>
        <p:nvSpPr>
          <p:cNvPr id="16" name="MIO_AGENDA_IGNORE_CHAPTER_REFERENCE" hidden="1">
            <a:extLst>
              <a:ext uri="{FF2B5EF4-FFF2-40B4-BE49-F238E27FC236}">
                <a16:creationId xmlns:a16="http://schemas.microsoft.com/office/drawing/2014/main" id="{E0053FF2-2ADB-4CE0-850C-04ADE25DFF5B}"/>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dirty="0">
              <a:latin typeface="+mn-lt"/>
              <a:ea typeface="+mn-ea"/>
              <a:cs typeface="+mn-cs"/>
            </a:endParaRPr>
          </a:p>
        </p:txBody>
      </p:sp>
      <p:sp>
        <p:nvSpPr>
          <p:cNvPr id="17" name="Date Placeholder 16" hidden="1">
            <a:extLst>
              <a:ext uri="{FF2B5EF4-FFF2-40B4-BE49-F238E27FC236}">
                <a16:creationId xmlns:a16="http://schemas.microsoft.com/office/drawing/2014/main" id="{B19EA23C-BCB4-4E72-A8B3-AFF05FD396BC}"/>
              </a:ext>
            </a:extLst>
          </p:cNvPr>
          <p:cNvSpPr>
            <a:spLocks noGrp="1"/>
          </p:cNvSpPr>
          <p:nvPr>
            <p:ph type="dt" sz="half" idx="10"/>
            <p:custDataLst>
              <p:tags r:id="rId7"/>
            </p:custDataLst>
          </p:nvPr>
        </p:nvSpPr>
        <p:spPr/>
        <p:txBody>
          <a:bodyPr/>
          <a:lstStyle/>
          <a:p>
            <a:r>
              <a:rPr lang="en-US" b="1"/>
              <a:t> </a:t>
            </a:r>
            <a:endParaRPr lang="en-US" b="1" dirty="0"/>
          </a:p>
        </p:txBody>
      </p:sp>
      <p:sp>
        <p:nvSpPr>
          <p:cNvPr id="18" name="Footer Placeholder 17" hidden="1">
            <a:extLst>
              <a:ext uri="{FF2B5EF4-FFF2-40B4-BE49-F238E27FC236}">
                <a16:creationId xmlns:a16="http://schemas.microsoft.com/office/drawing/2014/main" id="{271BB539-26D3-4B9C-9F13-4E382668BE89}"/>
              </a:ext>
            </a:extLst>
          </p:cNvPr>
          <p:cNvSpPr>
            <a:spLocks noGrp="1"/>
          </p:cNvSpPr>
          <p:nvPr>
            <p:ph type="ftr" sz="quarter" idx="11"/>
            <p:custDataLst>
              <p:tags r:id="rId8"/>
            </p:custDataLst>
          </p:nvPr>
        </p:nvSpPr>
        <p:spPr/>
        <p:txBody>
          <a:bodyPr/>
          <a:lstStyle/>
          <a:p>
            <a:endParaRPr lang="en-US" dirty="0"/>
          </a:p>
        </p:txBody>
      </p:sp>
      <p:sp>
        <p:nvSpPr>
          <p:cNvPr id="19" name="Slide Number Placeholder 18" hidden="1">
            <a:extLst>
              <a:ext uri="{FF2B5EF4-FFF2-40B4-BE49-F238E27FC236}">
                <a16:creationId xmlns:a16="http://schemas.microsoft.com/office/drawing/2014/main" id="{970E7400-5A78-4596-8A13-DC8308CA511D}"/>
              </a:ext>
            </a:extLst>
          </p:cNvPr>
          <p:cNvSpPr>
            <a:spLocks noGrp="1"/>
          </p:cNvSpPr>
          <p:nvPr>
            <p:ph type="sldNum" sz="quarter" idx="12"/>
            <p:custDataLst>
              <p:tags r:id="rId9"/>
            </p:custDataLst>
          </p:nvPr>
        </p:nvSpPr>
        <p:spPr/>
        <p:txBody>
          <a:bodyPr/>
          <a:lstStyle/>
          <a:p>
            <a:r>
              <a:rPr lang="en-US"/>
              <a:t> </a:t>
            </a:r>
            <a:endParaRPr lang="en-US" dirty="0"/>
          </a:p>
        </p:txBody>
      </p:sp>
      <p:sp>
        <p:nvSpPr>
          <p:cNvPr id="3" name="MIO_Placeholder_Mapping">
            <a:extLst>
              <a:ext uri="{FF2B5EF4-FFF2-40B4-BE49-F238E27FC236}">
                <a16:creationId xmlns:a16="http://schemas.microsoft.com/office/drawing/2014/main" id="{C370ED20-2DD7-4652-95B4-6C73AD11EB7F}"/>
              </a:ext>
            </a:extLst>
          </p:cNvPr>
          <p:cNvSpPr/>
          <p:nvPr userDrawn="1"/>
        </p:nvSpPr>
        <p:spPr bwMode="auto">
          <a:xfrm>
            <a:off x="0" y="18864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pic>
        <p:nvPicPr>
          <p:cNvPr id="20" name="LOGO">
            <a:extLst>
              <a:ext uri="{FF2B5EF4-FFF2-40B4-BE49-F238E27FC236}">
                <a16:creationId xmlns:a16="http://schemas.microsoft.com/office/drawing/2014/main" id="{92DC6926-96FF-4BB1-823E-5F2FFE796E76}"/>
              </a:ext>
            </a:extLst>
          </p:cNvPr>
          <p:cNvPicPr>
            <a:picLocks noChangeAspect="1"/>
          </p:cNvPicPr>
          <p:nvPr userDrawn="1"/>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a:stretch/>
        </p:blipFill>
        <p:spPr>
          <a:xfrm>
            <a:off x="9994175" y="353272"/>
            <a:ext cx="1574433" cy="687428"/>
          </a:xfrm>
          <a:prstGeom prst="rect">
            <a:avLst/>
          </a:prstGeom>
        </p:spPr>
      </p:pic>
      <p:pic>
        <p:nvPicPr>
          <p:cNvPr id="22" name="LOGO Award Innovation" descr="Ein Bild, das Text, Screenshot, Schrift, Kreis enthält.&#10;&#10;KI-generierte Inhalte können fehlerhaft sein.">
            <a:extLst>
              <a:ext uri="{FF2B5EF4-FFF2-40B4-BE49-F238E27FC236}">
                <a16:creationId xmlns:a16="http://schemas.microsoft.com/office/drawing/2014/main" id="{5C8094CB-6CA5-4C8C-A34D-E405220AEA8F}"/>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9178096" y="5583917"/>
            <a:ext cx="1388241" cy="670382"/>
          </a:xfrm>
          <a:prstGeom prst="rect">
            <a:avLst/>
          </a:prstGeom>
        </p:spPr>
      </p:pic>
      <p:pic>
        <p:nvPicPr>
          <p:cNvPr id="23" name="LOGO Award Sustainability" descr="Ein Bild, das Schwarz, Dunkelheit enthält.&#10;&#10;Automatisch generierte Beschreibung">
            <a:extLst>
              <a:ext uri="{FF2B5EF4-FFF2-40B4-BE49-F238E27FC236}">
                <a16:creationId xmlns:a16="http://schemas.microsoft.com/office/drawing/2014/main" id="{2580F642-116E-41DC-881C-366C1DFCA471}"/>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10897966" y="5583917"/>
            <a:ext cx="670034" cy="670034"/>
          </a:xfrm>
          <a:prstGeom prst="rect">
            <a:avLst/>
          </a:prstGeom>
        </p:spPr>
      </p:pic>
    </p:spTree>
    <p:extLst>
      <p:ext uri="{BB962C8B-B14F-4D97-AF65-F5344CB8AC3E}">
        <p14:creationId xmlns:p14="http://schemas.microsoft.com/office/powerpoint/2010/main" val="4062692289"/>
      </p:ext>
    </p:extLst>
  </p:cSld>
  <p:clrMapOvr>
    <a:masterClrMapping/>
  </p:clrMapOvr>
  <p:hf sldNum="0" hdr="0"/>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resentation title 2">
    <p:bg>
      <p:bgPr>
        <a:solidFill>
          <a:schemeClr val="bg1"/>
        </a:solidFill>
        <a:effectLst/>
      </p:bgPr>
    </p:bg>
    <p:spTree>
      <p:nvGrpSpPr>
        <p:cNvPr id="1" name=""/>
        <p:cNvGrpSpPr/>
        <p:nvPr/>
      </p:nvGrpSpPr>
      <p:grpSpPr>
        <a:xfrm>
          <a:off x="0" y="0"/>
          <a:ext cx="0" cy="0"/>
          <a:chOff x="0" y="0"/>
          <a:chExt cx="0" cy="0"/>
        </a:xfrm>
      </p:grpSpPr>
      <p:sp>
        <p:nvSpPr>
          <p:cNvPr id="5" name="LOGO PROTECTION" hidden="1">
            <a:extLst>
              <a:ext uri="{FF2B5EF4-FFF2-40B4-BE49-F238E27FC236}">
                <a16:creationId xmlns:a16="http://schemas.microsoft.com/office/drawing/2014/main" id="{501C1CF0-6452-4D4E-9BC7-65EADBD5EEC4}"/>
              </a:ext>
            </a:extLst>
          </p:cNvPr>
          <p:cNvSpPr/>
          <p:nvPr>
            <p:custDataLst>
              <p:tags r:id="rId1"/>
            </p:custDataLst>
          </p:nvPr>
        </p:nvSpPr>
        <p:spPr bwMode="auto">
          <a:xfrm>
            <a:off x="9624391" y="5337212"/>
            <a:ext cx="2060717" cy="1116123"/>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7" name="Background White">
            <a:extLst>
              <a:ext uri="{FF2B5EF4-FFF2-40B4-BE49-F238E27FC236}">
                <a16:creationId xmlns:a16="http://schemas.microsoft.com/office/drawing/2014/main" id="{FBA286CB-2DB7-49EA-ABB9-E63BB6315EDB}"/>
              </a:ext>
            </a:extLst>
          </p:cNvPr>
          <p:cNvSpPr/>
          <p:nvPr userDrawn="1"/>
        </p:nvSpPr>
        <p:spPr bwMode="auto">
          <a:xfrm>
            <a:off x="0" y="0"/>
            <a:ext cx="12193200" cy="6858000"/>
          </a:xfrm>
          <a:prstGeom prst="rect">
            <a:avLst/>
          </a:prstGeom>
          <a:solidFill>
            <a:schemeClr val="bg1"/>
          </a:solidFill>
          <a:ln w="9525">
            <a:noFill/>
            <a:miter lim="800000"/>
            <a:headEnd/>
            <a:tailEnd/>
          </a:ln>
        </p:spPr>
        <p:txBody>
          <a:bodyPr wrap="square" lIns="96000" tIns="96000" rIns="96000" bIns="96000" rtlCol="0" anchor="ctr"/>
          <a:lstStyle/>
          <a:p>
            <a:pPr algn="ctr" eaLnBrk="0" hangingPunct="0"/>
            <a:endParaRPr lang="en-US" sz="2133" baseline="0" noProof="0" dirty="0">
              <a:latin typeface="+mn-lt"/>
              <a:ea typeface="+mn-ea"/>
              <a:cs typeface="+mn-cs"/>
            </a:endParaRPr>
          </a:p>
        </p:txBody>
      </p:sp>
      <p:sp>
        <p:nvSpPr>
          <p:cNvPr id="27" name="Crystal Picture Placeholder">
            <a:extLst>
              <a:ext uri="{FF2B5EF4-FFF2-40B4-BE49-F238E27FC236}">
                <a16:creationId xmlns:a16="http://schemas.microsoft.com/office/drawing/2014/main" id="{2B034C47-A659-3457-E1A7-79A7F521356A}"/>
              </a:ext>
            </a:extLst>
          </p:cNvPr>
          <p:cNvSpPr>
            <a:spLocks noGrp="1"/>
          </p:cNvSpPr>
          <p:nvPr>
            <p:ph type="pic" sz="quarter" idx="22"/>
          </p:nvPr>
        </p:nvSpPr>
        <p:spPr>
          <a:xfrm>
            <a:off x="-1" y="0"/>
            <a:ext cx="5205158" cy="6858000"/>
          </a:xfrm>
          <a:custGeom>
            <a:avLst/>
            <a:gdLst>
              <a:gd name="connsiteX0" fmla="*/ 0 w 5205158"/>
              <a:gd name="connsiteY0" fmla="*/ 0 h 6858000"/>
              <a:gd name="connsiteX1" fmla="*/ 4377139 w 5205158"/>
              <a:gd name="connsiteY1" fmla="*/ 0 h 6858000"/>
              <a:gd name="connsiteX2" fmla="*/ 5205158 w 5205158"/>
              <a:gd name="connsiteY2" fmla="*/ 1713978 h 6858000"/>
              <a:gd name="connsiteX3" fmla="*/ 4370092 w 5205158"/>
              <a:gd name="connsiteY3" fmla="*/ 6858000 h 6858000"/>
              <a:gd name="connsiteX4" fmla="*/ 0 w 5205158"/>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05158" h="6858000">
                <a:moveTo>
                  <a:pt x="0" y="0"/>
                </a:moveTo>
                <a:lnTo>
                  <a:pt x="4377139" y="0"/>
                </a:lnTo>
                <a:lnTo>
                  <a:pt x="5205158" y="1713978"/>
                </a:lnTo>
                <a:lnTo>
                  <a:pt x="4370092" y="6858000"/>
                </a:lnTo>
                <a:lnTo>
                  <a:pt x="0" y="6858000"/>
                </a:lnTo>
                <a:close/>
              </a:path>
            </a:pathLst>
          </a:custGeom>
          <a:blipFill>
            <a:blip r:embed="rId10"/>
            <a:stretch>
              <a:fillRect/>
            </a:stretch>
          </a:blipFill>
        </p:spPr>
        <p:txBody>
          <a:bodyPr wrap="square" tIns="2700000">
            <a:noAutofit/>
          </a:bodyPr>
          <a:lstStyle>
            <a:lvl1pPr marL="0" indent="0" algn="ctr" rtl="0">
              <a:buNone/>
              <a:defRPr/>
            </a:lvl1pPr>
          </a:lstStyle>
          <a:p>
            <a:r>
              <a:rPr lang="en-US"/>
              <a:t>Click icon to add picture</a:t>
            </a:r>
            <a:endParaRPr lang="de-DE"/>
          </a:p>
        </p:txBody>
      </p:sp>
      <p:sp>
        <p:nvSpPr>
          <p:cNvPr id="35" name="Subtitle"/>
          <p:cNvSpPr>
            <a:spLocks noGrp="1"/>
          </p:cNvSpPr>
          <p:nvPr>
            <p:ph type="subTitle" idx="1" hasCustomPrompt="1"/>
          </p:nvPr>
        </p:nvSpPr>
        <p:spPr>
          <a:xfrm>
            <a:off x="5808608" y="3790101"/>
            <a:ext cx="5760000" cy="612000"/>
          </a:xfrm>
          <a:prstGeom prst="rect">
            <a:avLst/>
          </a:prstGeom>
        </p:spPr>
        <p:txBody>
          <a:bodyPr vert="horz" wrap="square" lIns="0" tIns="0" rIns="0" bIns="0" rtlCol="0" anchor="b" anchorCtr="0">
            <a:noAutofit/>
          </a:bodyPr>
          <a:lstStyle>
            <a:lvl1pPr marL="0" indent="0" algn="l">
              <a:spcAft>
                <a:spcPts val="0"/>
              </a:spcAft>
              <a:buNone/>
              <a:defRPr lang="en-GB" sz="1800" baseline="0" noProof="0" dirty="0">
                <a:solidFill>
                  <a:schemeClr val="tx1"/>
                </a:solidFill>
                <a:latin typeface="+mn-lt"/>
                <a:ea typeface="+mn-ea"/>
                <a:cs typeface="+mn-cs"/>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pPr lvl="0"/>
            <a:r>
              <a:rPr lang="en-US" noProof="0" dirty="0"/>
              <a:t>Author (department)</a:t>
            </a:r>
            <a:br>
              <a:rPr lang="en-US" noProof="0" dirty="0"/>
            </a:br>
            <a:r>
              <a:rPr lang="en-US" noProof="0" dirty="0"/>
              <a:t>Date</a:t>
            </a:r>
          </a:p>
        </p:txBody>
      </p:sp>
      <p:sp>
        <p:nvSpPr>
          <p:cNvPr id="15" name="Title">
            <a:extLst>
              <a:ext uri="{FF2B5EF4-FFF2-40B4-BE49-F238E27FC236}">
                <a16:creationId xmlns:a16="http://schemas.microsoft.com/office/drawing/2014/main" id="{0926292C-4FD6-404F-8149-3EB0B4DF87BE}"/>
              </a:ext>
            </a:extLst>
          </p:cNvPr>
          <p:cNvSpPr>
            <a:spLocks noGrp="1"/>
          </p:cNvSpPr>
          <p:nvPr>
            <p:ph type="title" hasCustomPrompt="1"/>
            <p:custDataLst>
              <p:tags r:id="rId2"/>
            </p:custDataLst>
          </p:nvPr>
        </p:nvSpPr>
        <p:spPr>
          <a:xfrm>
            <a:off x="5808608" y="1757203"/>
            <a:ext cx="5760000" cy="1672899"/>
          </a:xfrm>
        </p:spPr>
        <p:txBody>
          <a:bodyPr bIns="0" anchor="b">
            <a:normAutofit/>
          </a:bodyPr>
          <a:lstStyle>
            <a:lvl1pPr algn="l">
              <a:defRPr sz="3600" baseline="0">
                <a:latin typeface="+mj-lt"/>
                <a:ea typeface="+mj-ea"/>
                <a:cs typeface="+mj-cs"/>
              </a:defRPr>
            </a:lvl1pPr>
          </a:lstStyle>
          <a:p>
            <a:r>
              <a:rPr lang="en-US" noProof="0" dirty="0"/>
              <a:t>Please type in title</a:t>
            </a:r>
          </a:p>
        </p:txBody>
      </p:sp>
      <p:sp>
        <p:nvSpPr>
          <p:cNvPr id="8" name="empower_classification_attention_placeholder" hidden="1">
            <a:extLst>
              <a:ext uri="{FF2B5EF4-FFF2-40B4-BE49-F238E27FC236}">
                <a16:creationId xmlns:a16="http://schemas.microsoft.com/office/drawing/2014/main" id="{275E4ACD-2699-4EB4-B72E-2EBE63C205D6}"/>
              </a:ext>
            </a:extLst>
          </p:cNvPr>
          <p:cNvSpPr txBox="1"/>
          <p:nvPr>
            <p:custDataLst>
              <p:tags r:id="rId3"/>
            </p:custDataLst>
          </p:nvPr>
        </p:nvSpPr>
        <p:spPr bwMode="auto">
          <a:xfrm>
            <a:off x="5808608" y="6501600"/>
            <a:ext cx="1368401" cy="288925"/>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a:solidFill>
                  <a:schemeClr val="tx2"/>
                </a:solidFill>
                <a:latin typeface="+mn-lt"/>
                <a:ea typeface="+mn-ea"/>
                <a:cs typeface="+mn-cs"/>
              </a:rPr>
              <a:t>Public</a:t>
            </a:r>
          </a:p>
        </p:txBody>
      </p:sp>
      <p:sp>
        <p:nvSpPr>
          <p:cNvPr id="9" name="empower_classification_placeholder">
            <a:extLst>
              <a:ext uri="{FF2B5EF4-FFF2-40B4-BE49-F238E27FC236}">
                <a16:creationId xmlns:a16="http://schemas.microsoft.com/office/drawing/2014/main" id="{2E1A11AC-1395-4E21-827C-BF03F1350E73}"/>
              </a:ext>
            </a:extLst>
          </p:cNvPr>
          <p:cNvSpPr txBox="1"/>
          <p:nvPr>
            <p:custDataLst>
              <p:tags r:id="rId4"/>
            </p:custDataLst>
          </p:nvPr>
        </p:nvSpPr>
        <p:spPr bwMode="auto">
          <a:xfrm>
            <a:off x="5808608" y="6501600"/>
            <a:ext cx="1368000" cy="288925"/>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baseline="0" noProof="0">
                <a:solidFill>
                  <a:schemeClr val="tx1"/>
                </a:solidFill>
                <a:latin typeface="+mn-lt"/>
                <a:ea typeface="+mn-ea"/>
                <a:cs typeface="+mn-cs"/>
              </a:rPr>
              <a:t>Public</a:t>
            </a:r>
            <a:endParaRPr lang="en-US" sz="800" kern="0" baseline="0" noProof="0" dirty="0">
              <a:solidFill>
                <a:schemeClr val="tx1"/>
              </a:solidFill>
              <a:latin typeface="+mn-lt"/>
              <a:ea typeface="+mn-ea"/>
              <a:cs typeface="+mn-cs"/>
            </a:endParaRPr>
          </a:p>
        </p:txBody>
      </p:sp>
      <p:sp>
        <p:nvSpPr>
          <p:cNvPr id="10" name="empower_document_placeholder" hidden="1">
            <a:extLst>
              <a:ext uri="{FF2B5EF4-FFF2-40B4-BE49-F238E27FC236}">
                <a16:creationId xmlns:a16="http://schemas.microsoft.com/office/drawing/2014/main" id="{8A1DAB4F-0FA1-4116-AD11-2FAD7B4CA74A}"/>
              </a:ext>
            </a:extLst>
          </p:cNvPr>
          <p:cNvSpPr txBox="1"/>
          <p:nvPr>
            <p:custDataLst>
              <p:tags r:id="rId5"/>
            </p:custDataLst>
          </p:nvPr>
        </p:nvSpPr>
        <p:spPr bwMode="auto">
          <a:xfrm>
            <a:off x="8328521" y="6501600"/>
            <a:ext cx="3240087" cy="288925"/>
          </a:xfrm>
          <a:prstGeom prst="rect">
            <a:avLst/>
          </a:prstGeom>
          <a:noFill/>
          <a:ln w="9525">
            <a:noFill/>
            <a:miter lim="800000"/>
            <a:headEnd/>
            <a:tailEnd/>
          </a:ln>
          <a:effectLst/>
        </p:spPr>
        <p:txBody>
          <a:bodyPr wrap="none" lIns="0" tIns="0" rIns="0" bIns="0" rtlCol="0" anchor="ctr" anchorCtr="0">
            <a:noAutofit/>
          </a:bodyPr>
          <a:lstStyle/>
          <a:p>
            <a:pPr marL="0" marR="0" indent="0" algn="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baseline="0" noProof="0">
                <a:solidFill>
                  <a:schemeClr val="tx1"/>
                </a:solidFill>
                <a:latin typeface="+mn-lt"/>
                <a:ea typeface="+mn-ea"/>
                <a:cs typeface="+mn-cs"/>
              </a:rPr>
              <a:t>[Owner:   Doc ID:   Vers.: ]</a:t>
            </a:r>
            <a:endParaRPr lang="en-US" sz="800" kern="0" baseline="0" noProof="0" dirty="0">
              <a:solidFill>
                <a:schemeClr val="tx1"/>
              </a:solidFill>
              <a:latin typeface="+mn-lt"/>
              <a:ea typeface="+mn-ea"/>
              <a:cs typeface="+mn-cs"/>
            </a:endParaRPr>
          </a:p>
        </p:txBody>
      </p:sp>
      <p:sp>
        <p:nvSpPr>
          <p:cNvPr id="19" name="empower_draft_placeholder" hidden="1">
            <a:extLst>
              <a:ext uri="{FF2B5EF4-FFF2-40B4-BE49-F238E27FC236}">
                <a16:creationId xmlns:a16="http://schemas.microsoft.com/office/drawing/2014/main" id="{6199DA7C-0CA0-4D66-B211-C7E7EAED8246}"/>
              </a:ext>
            </a:extLst>
          </p:cNvPr>
          <p:cNvSpPr txBox="1"/>
          <p:nvPr userDrawn="1">
            <p:custDataLst>
              <p:tags r:id="rId6"/>
            </p:custDataLst>
          </p:nvPr>
        </p:nvSpPr>
        <p:spPr bwMode="auto">
          <a:xfrm>
            <a:off x="7464565" y="6501239"/>
            <a:ext cx="576000" cy="288000"/>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a:solidFill>
                  <a:schemeClr val="tx2"/>
                </a:solidFill>
                <a:latin typeface="+mn-lt"/>
                <a:ea typeface="+mn-ea"/>
                <a:cs typeface="+mn-cs"/>
              </a:rPr>
              <a:t>- DRAFT -</a:t>
            </a:r>
            <a:endParaRPr lang="en-US" sz="800" b="1" kern="0" baseline="0" noProof="0" dirty="0">
              <a:solidFill>
                <a:schemeClr val="tx2"/>
              </a:solidFill>
              <a:latin typeface="+mn-lt"/>
              <a:ea typeface="+mn-ea"/>
              <a:cs typeface="+mn-cs"/>
            </a:endParaRPr>
          </a:p>
        </p:txBody>
      </p:sp>
      <p:sp>
        <p:nvSpPr>
          <p:cNvPr id="6" name="MIO_AGENDA_IGNORE_NAVIGATION" hidden="1">
            <a:extLst>
              <a:ext uri="{FF2B5EF4-FFF2-40B4-BE49-F238E27FC236}">
                <a16:creationId xmlns:a16="http://schemas.microsoft.com/office/drawing/2014/main" id="{77B7EDDE-B2BF-41DF-B12E-29C55B064D28}"/>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16" name="MIO_AGENDA_IGNORE_CHAPTER_REFERENCE" hidden="1">
            <a:extLst>
              <a:ext uri="{FF2B5EF4-FFF2-40B4-BE49-F238E27FC236}">
                <a16:creationId xmlns:a16="http://schemas.microsoft.com/office/drawing/2014/main" id="{77CD087C-DFE1-43D5-AF8C-29BB0B90F672}"/>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11" name="Date Placeholder 10" hidden="1">
            <a:extLst>
              <a:ext uri="{FF2B5EF4-FFF2-40B4-BE49-F238E27FC236}">
                <a16:creationId xmlns:a16="http://schemas.microsoft.com/office/drawing/2014/main" id="{8A2B950C-C584-4156-BAA9-284D4A5BB0F4}"/>
              </a:ext>
            </a:extLst>
          </p:cNvPr>
          <p:cNvSpPr>
            <a:spLocks noGrp="1"/>
          </p:cNvSpPr>
          <p:nvPr>
            <p:ph type="dt" sz="half" idx="19"/>
            <p:custDataLst>
              <p:tags r:id="rId7"/>
            </p:custDataLst>
          </p:nvPr>
        </p:nvSpPr>
        <p:spPr/>
        <p:txBody>
          <a:bodyPr/>
          <a:lstStyle/>
          <a:p>
            <a:r>
              <a:rPr lang="en-US" b="1"/>
              <a:t> </a:t>
            </a:r>
            <a:endParaRPr lang="en-US" b="1" dirty="0"/>
          </a:p>
        </p:txBody>
      </p:sp>
      <p:sp>
        <p:nvSpPr>
          <p:cNvPr id="18" name="Slide Number Placeholder 17" hidden="1">
            <a:extLst>
              <a:ext uri="{FF2B5EF4-FFF2-40B4-BE49-F238E27FC236}">
                <a16:creationId xmlns:a16="http://schemas.microsoft.com/office/drawing/2014/main" id="{237973C6-0D90-4AEE-BB6E-AE4A8B5BA26B}"/>
              </a:ext>
            </a:extLst>
          </p:cNvPr>
          <p:cNvSpPr>
            <a:spLocks noGrp="1"/>
          </p:cNvSpPr>
          <p:nvPr>
            <p:ph type="sldNum" sz="quarter" idx="21"/>
            <p:custDataLst>
              <p:tags r:id="rId8"/>
            </p:custDataLst>
          </p:nvPr>
        </p:nvSpPr>
        <p:spPr/>
        <p:txBody>
          <a:bodyPr/>
          <a:lstStyle/>
          <a:p>
            <a:r>
              <a:rPr lang="en-US"/>
              <a:t> </a:t>
            </a:r>
            <a:endParaRPr lang="en-US" dirty="0"/>
          </a:p>
        </p:txBody>
      </p:sp>
      <p:sp>
        <p:nvSpPr>
          <p:cNvPr id="3" name="MIO_Placeholder_Mapping" hidden="1">
            <a:extLst>
              <a:ext uri="{FF2B5EF4-FFF2-40B4-BE49-F238E27FC236}">
                <a16:creationId xmlns:a16="http://schemas.microsoft.com/office/drawing/2014/main" id="{D727B4D6-DF5E-49B7-A837-D207551F221D}"/>
              </a:ext>
            </a:extLst>
          </p:cNvPr>
          <p:cNvSpPr/>
          <p:nvPr userDrawn="1"/>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pic>
        <p:nvPicPr>
          <p:cNvPr id="20" name="LOGO">
            <a:extLst>
              <a:ext uri="{FF2B5EF4-FFF2-40B4-BE49-F238E27FC236}">
                <a16:creationId xmlns:a16="http://schemas.microsoft.com/office/drawing/2014/main" id="{A2558C1A-A4CE-495C-941B-21CFE7DE6C24}"/>
              </a:ext>
            </a:extLst>
          </p:cNvPr>
          <p:cNvPicPr>
            <a:picLocks noChangeAspect="1"/>
          </p:cNvPicPr>
          <p:nvPr userDrawn="1"/>
        </p:nvPicPr>
        <p:blipFill>
          <a:blip r:embed="rId11">
            <a:extLst>
              <a:ext uri="{28A0092B-C50C-407E-A947-70E740481C1C}">
                <a14:useLocalDpi xmlns:a14="http://schemas.microsoft.com/office/drawing/2010/main" val="0"/>
              </a:ext>
            </a:extLst>
          </a:blip>
          <a:stretch>
            <a:fillRect/>
          </a:stretch>
        </p:blipFill>
        <p:spPr>
          <a:xfrm>
            <a:off x="9738355" y="5453288"/>
            <a:ext cx="1830253" cy="800431"/>
          </a:xfrm>
          <a:prstGeom prst="rect">
            <a:avLst/>
          </a:prstGeom>
        </p:spPr>
      </p:pic>
    </p:spTree>
    <p:extLst>
      <p:ext uri="{BB962C8B-B14F-4D97-AF65-F5344CB8AC3E}">
        <p14:creationId xmlns:p14="http://schemas.microsoft.com/office/powerpoint/2010/main" val="4192423285"/>
      </p:ext>
    </p:extLst>
  </p:cSld>
  <p:clrMapOvr>
    <a:masterClrMapping/>
  </p:clrMapOvr>
  <p:hf sldNum="0" hdr="0"/>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Presentation title 5">
    <p:bg>
      <p:bgPr>
        <a:solidFill>
          <a:schemeClr val="bg1"/>
        </a:solidFill>
        <a:effectLst/>
      </p:bgPr>
    </p:bg>
    <p:spTree>
      <p:nvGrpSpPr>
        <p:cNvPr id="1" name=""/>
        <p:cNvGrpSpPr/>
        <p:nvPr/>
      </p:nvGrpSpPr>
      <p:grpSpPr>
        <a:xfrm>
          <a:off x="0" y="0"/>
          <a:ext cx="0" cy="0"/>
          <a:chOff x="0" y="0"/>
          <a:chExt cx="0" cy="0"/>
        </a:xfrm>
      </p:grpSpPr>
      <p:sp>
        <p:nvSpPr>
          <p:cNvPr id="4" name="LOGO PROTECTION">
            <a:extLst>
              <a:ext uri="{FF2B5EF4-FFF2-40B4-BE49-F238E27FC236}">
                <a16:creationId xmlns:a16="http://schemas.microsoft.com/office/drawing/2014/main" id="{4DCE96B1-83D3-EAE7-D992-044F49F60C08}"/>
              </a:ext>
            </a:extLst>
          </p:cNvPr>
          <p:cNvSpPr/>
          <p:nvPr userDrawn="1">
            <p:custDataLst>
              <p:tags r:id="rId1"/>
            </p:custDataLst>
          </p:nvPr>
        </p:nvSpPr>
        <p:spPr bwMode="auto">
          <a:xfrm>
            <a:off x="263352" y="236633"/>
            <a:ext cx="1772684" cy="960119"/>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baseline="0" noProof="0" dirty="0">
              <a:latin typeface="+mn-lt"/>
              <a:ea typeface="+mn-ea"/>
              <a:cs typeface="+mn-cs"/>
            </a:endParaRPr>
          </a:p>
        </p:txBody>
      </p:sp>
      <p:sp>
        <p:nvSpPr>
          <p:cNvPr id="7" name="Background White">
            <a:extLst>
              <a:ext uri="{FF2B5EF4-FFF2-40B4-BE49-F238E27FC236}">
                <a16:creationId xmlns:a16="http://schemas.microsoft.com/office/drawing/2014/main" id="{FBA286CB-2DB7-49EA-ABB9-E63BB6315EDB}"/>
              </a:ext>
            </a:extLst>
          </p:cNvPr>
          <p:cNvSpPr/>
          <p:nvPr/>
        </p:nvSpPr>
        <p:spPr bwMode="auto">
          <a:xfrm>
            <a:off x="0" y="0"/>
            <a:ext cx="12193200" cy="6858000"/>
          </a:xfrm>
          <a:prstGeom prst="rect">
            <a:avLst/>
          </a:prstGeom>
          <a:solidFill>
            <a:schemeClr val="bg1"/>
          </a:solidFill>
          <a:ln w="9525">
            <a:noFill/>
            <a:miter lim="800000"/>
            <a:headEnd/>
            <a:tailEnd/>
          </a:ln>
        </p:spPr>
        <p:txBody>
          <a:bodyPr wrap="square" lIns="96000" tIns="96000" rIns="96000" bIns="96000" rtlCol="0" anchor="ctr"/>
          <a:lstStyle/>
          <a:p>
            <a:pPr algn="ctr" eaLnBrk="0" hangingPunct="0"/>
            <a:endParaRPr lang="en-US" sz="2133" baseline="0" noProof="0" dirty="0">
              <a:latin typeface="+mn-lt"/>
              <a:ea typeface="+mn-ea"/>
              <a:cs typeface="+mn-cs"/>
            </a:endParaRPr>
          </a:p>
        </p:txBody>
      </p:sp>
      <p:pic>
        <p:nvPicPr>
          <p:cNvPr id="2" name="Picture 1" descr="A close-up of a plant&#10;&#10;Description automatically generated">
            <a:extLst>
              <a:ext uri="{FF2B5EF4-FFF2-40B4-BE49-F238E27FC236}">
                <a16:creationId xmlns:a16="http://schemas.microsoft.com/office/drawing/2014/main" id="{D8A43A75-D6CE-2257-415C-1E0787C2AD10}"/>
              </a:ext>
            </a:extLst>
          </p:cNvPr>
          <p:cNvPicPr>
            <a:picLocks noChangeAspect="1"/>
          </p:cNvPicPr>
          <p:nvPr userDrawn="1"/>
        </p:nvPicPr>
        <p:blipFill>
          <a:blip r:embed="rId10" cstate="print">
            <a:extLst>
              <a:ext uri="{28A0092B-C50C-407E-A947-70E740481C1C}">
                <a14:useLocalDpi xmlns:a14="http://schemas.microsoft.com/office/drawing/2010/main"/>
              </a:ext>
            </a:extLst>
          </a:blip>
          <a:stretch>
            <a:fillRect/>
          </a:stretch>
        </p:blipFill>
        <p:spPr>
          <a:xfrm>
            <a:off x="0" y="0"/>
            <a:ext cx="5206538" cy="6858000"/>
          </a:xfrm>
          <a:prstGeom prst="rect">
            <a:avLst/>
          </a:prstGeom>
        </p:spPr>
      </p:pic>
      <p:sp>
        <p:nvSpPr>
          <p:cNvPr id="35" name="Subtitle"/>
          <p:cNvSpPr>
            <a:spLocks noGrp="1"/>
          </p:cNvSpPr>
          <p:nvPr>
            <p:ph type="subTitle" idx="1" hasCustomPrompt="1"/>
          </p:nvPr>
        </p:nvSpPr>
        <p:spPr>
          <a:xfrm>
            <a:off x="5808608" y="3790101"/>
            <a:ext cx="5760000" cy="612000"/>
          </a:xfrm>
          <a:prstGeom prst="rect">
            <a:avLst/>
          </a:prstGeom>
        </p:spPr>
        <p:txBody>
          <a:bodyPr vert="horz" wrap="square" lIns="0" tIns="0" rIns="0" bIns="0" rtlCol="0" anchor="b" anchorCtr="0">
            <a:noAutofit/>
          </a:bodyPr>
          <a:lstStyle>
            <a:lvl1pPr marL="0" indent="0" algn="l">
              <a:spcAft>
                <a:spcPts val="0"/>
              </a:spcAft>
              <a:buNone/>
              <a:defRPr lang="en-GB" sz="1800" baseline="0" noProof="0" dirty="0">
                <a:solidFill>
                  <a:schemeClr val="tx1"/>
                </a:solidFill>
                <a:latin typeface="+mn-lt"/>
                <a:ea typeface="+mn-ea"/>
                <a:cs typeface="+mn-cs"/>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pPr lvl="0"/>
            <a:r>
              <a:rPr lang="en-US" noProof="0" dirty="0"/>
              <a:t>Author (department)</a:t>
            </a:r>
            <a:br>
              <a:rPr lang="en-US" noProof="0" dirty="0"/>
            </a:br>
            <a:r>
              <a:rPr lang="en-US" noProof="0" dirty="0"/>
              <a:t>Date</a:t>
            </a:r>
          </a:p>
        </p:txBody>
      </p:sp>
      <p:sp>
        <p:nvSpPr>
          <p:cNvPr id="15" name="Title">
            <a:extLst>
              <a:ext uri="{FF2B5EF4-FFF2-40B4-BE49-F238E27FC236}">
                <a16:creationId xmlns:a16="http://schemas.microsoft.com/office/drawing/2014/main" id="{0926292C-4FD6-404F-8149-3EB0B4DF87BE}"/>
              </a:ext>
            </a:extLst>
          </p:cNvPr>
          <p:cNvSpPr>
            <a:spLocks noGrp="1"/>
          </p:cNvSpPr>
          <p:nvPr>
            <p:ph type="title" hasCustomPrompt="1"/>
            <p:custDataLst>
              <p:tags r:id="rId2"/>
            </p:custDataLst>
          </p:nvPr>
        </p:nvSpPr>
        <p:spPr>
          <a:xfrm>
            <a:off x="5808608" y="1757203"/>
            <a:ext cx="5760000" cy="1672899"/>
          </a:xfrm>
        </p:spPr>
        <p:txBody>
          <a:bodyPr bIns="0" anchor="b">
            <a:normAutofit/>
          </a:bodyPr>
          <a:lstStyle>
            <a:lvl1pPr algn="l">
              <a:defRPr sz="3600" baseline="0">
                <a:latin typeface="+mj-lt"/>
                <a:ea typeface="+mj-ea"/>
                <a:cs typeface="+mj-cs"/>
              </a:defRPr>
            </a:lvl1pPr>
          </a:lstStyle>
          <a:p>
            <a:r>
              <a:rPr lang="en-US" noProof="0" dirty="0"/>
              <a:t>Please type in title</a:t>
            </a:r>
          </a:p>
        </p:txBody>
      </p:sp>
      <p:sp>
        <p:nvSpPr>
          <p:cNvPr id="8" name="empower_classification_attention_placeholder" hidden="1">
            <a:extLst>
              <a:ext uri="{FF2B5EF4-FFF2-40B4-BE49-F238E27FC236}">
                <a16:creationId xmlns:a16="http://schemas.microsoft.com/office/drawing/2014/main" id="{275E4ACD-2699-4EB4-B72E-2EBE63C205D6}"/>
              </a:ext>
            </a:extLst>
          </p:cNvPr>
          <p:cNvSpPr txBox="1"/>
          <p:nvPr>
            <p:custDataLst>
              <p:tags r:id="rId3"/>
            </p:custDataLst>
          </p:nvPr>
        </p:nvSpPr>
        <p:spPr bwMode="auto">
          <a:xfrm>
            <a:off x="5808608" y="6501600"/>
            <a:ext cx="1368401" cy="288925"/>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a:solidFill>
                  <a:schemeClr val="tx2"/>
                </a:solidFill>
                <a:latin typeface="+mn-lt"/>
                <a:ea typeface="+mn-ea"/>
                <a:cs typeface="+mn-cs"/>
              </a:rPr>
              <a:t>Public</a:t>
            </a:r>
          </a:p>
        </p:txBody>
      </p:sp>
      <p:sp>
        <p:nvSpPr>
          <p:cNvPr id="9" name="empower_classification_placeholder">
            <a:extLst>
              <a:ext uri="{FF2B5EF4-FFF2-40B4-BE49-F238E27FC236}">
                <a16:creationId xmlns:a16="http://schemas.microsoft.com/office/drawing/2014/main" id="{2E1A11AC-1395-4E21-827C-BF03F1350E73}"/>
              </a:ext>
            </a:extLst>
          </p:cNvPr>
          <p:cNvSpPr txBox="1"/>
          <p:nvPr>
            <p:custDataLst>
              <p:tags r:id="rId4"/>
            </p:custDataLst>
          </p:nvPr>
        </p:nvSpPr>
        <p:spPr bwMode="auto">
          <a:xfrm>
            <a:off x="5808608" y="6501600"/>
            <a:ext cx="1368000" cy="288925"/>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baseline="0" noProof="0">
                <a:solidFill>
                  <a:schemeClr val="tx1"/>
                </a:solidFill>
                <a:latin typeface="+mn-lt"/>
                <a:ea typeface="+mn-ea"/>
                <a:cs typeface="+mn-cs"/>
              </a:rPr>
              <a:t>Public</a:t>
            </a:r>
            <a:endParaRPr lang="en-US" sz="800" kern="0" baseline="0" noProof="0" dirty="0">
              <a:solidFill>
                <a:schemeClr val="tx1"/>
              </a:solidFill>
              <a:latin typeface="+mn-lt"/>
              <a:ea typeface="+mn-ea"/>
              <a:cs typeface="+mn-cs"/>
            </a:endParaRPr>
          </a:p>
        </p:txBody>
      </p:sp>
      <p:sp>
        <p:nvSpPr>
          <p:cNvPr id="10" name="empower_document_placeholder" hidden="1">
            <a:extLst>
              <a:ext uri="{FF2B5EF4-FFF2-40B4-BE49-F238E27FC236}">
                <a16:creationId xmlns:a16="http://schemas.microsoft.com/office/drawing/2014/main" id="{8A1DAB4F-0FA1-4116-AD11-2FAD7B4CA74A}"/>
              </a:ext>
            </a:extLst>
          </p:cNvPr>
          <p:cNvSpPr txBox="1"/>
          <p:nvPr>
            <p:custDataLst>
              <p:tags r:id="rId5"/>
            </p:custDataLst>
          </p:nvPr>
        </p:nvSpPr>
        <p:spPr bwMode="auto">
          <a:xfrm>
            <a:off x="8328521" y="6501600"/>
            <a:ext cx="3240087" cy="288925"/>
          </a:xfrm>
          <a:prstGeom prst="rect">
            <a:avLst/>
          </a:prstGeom>
          <a:noFill/>
          <a:ln w="9525">
            <a:noFill/>
            <a:miter lim="800000"/>
            <a:headEnd/>
            <a:tailEnd/>
          </a:ln>
          <a:effectLst/>
        </p:spPr>
        <p:txBody>
          <a:bodyPr wrap="none" lIns="0" tIns="0" rIns="0" bIns="0" rtlCol="0" anchor="ctr" anchorCtr="0">
            <a:noAutofit/>
          </a:bodyPr>
          <a:lstStyle/>
          <a:p>
            <a:pPr marL="0" marR="0" indent="0" algn="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baseline="0" noProof="0">
                <a:solidFill>
                  <a:schemeClr val="tx1"/>
                </a:solidFill>
                <a:latin typeface="+mn-lt"/>
                <a:ea typeface="+mn-ea"/>
                <a:cs typeface="+mn-cs"/>
              </a:rPr>
              <a:t>[Owner:   Doc ID:   Vers.: ]</a:t>
            </a:r>
            <a:endParaRPr lang="en-US" sz="800" kern="0" baseline="0" noProof="0" dirty="0">
              <a:solidFill>
                <a:schemeClr val="tx1"/>
              </a:solidFill>
              <a:latin typeface="+mn-lt"/>
              <a:ea typeface="+mn-ea"/>
              <a:cs typeface="+mn-cs"/>
            </a:endParaRPr>
          </a:p>
        </p:txBody>
      </p:sp>
      <p:sp>
        <p:nvSpPr>
          <p:cNvPr id="19" name="empower_draft_placeholder" hidden="1">
            <a:extLst>
              <a:ext uri="{FF2B5EF4-FFF2-40B4-BE49-F238E27FC236}">
                <a16:creationId xmlns:a16="http://schemas.microsoft.com/office/drawing/2014/main" id="{6199DA7C-0CA0-4D66-B211-C7E7EAED8246}"/>
              </a:ext>
            </a:extLst>
          </p:cNvPr>
          <p:cNvSpPr txBox="1"/>
          <p:nvPr userDrawn="1">
            <p:custDataLst>
              <p:tags r:id="rId6"/>
            </p:custDataLst>
          </p:nvPr>
        </p:nvSpPr>
        <p:spPr bwMode="auto">
          <a:xfrm>
            <a:off x="7464565" y="6501239"/>
            <a:ext cx="576000" cy="288000"/>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a:solidFill>
                  <a:schemeClr val="tx2"/>
                </a:solidFill>
                <a:latin typeface="+mn-lt"/>
                <a:ea typeface="+mn-ea"/>
                <a:cs typeface="+mn-cs"/>
              </a:rPr>
              <a:t>- DRAFT -</a:t>
            </a:r>
            <a:endParaRPr lang="en-US" sz="800" b="1" kern="0" baseline="0" noProof="0" dirty="0">
              <a:solidFill>
                <a:schemeClr val="tx2"/>
              </a:solidFill>
              <a:latin typeface="+mn-lt"/>
              <a:ea typeface="+mn-ea"/>
              <a:cs typeface="+mn-cs"/>
            </a:endParaRPr>
          </a:p>
        </p:txBody>
      </p:sp>
      <p:sp>
        <p:nvSpPr>
          <p:cNvPr id="6" name="MIO_AGENDA_IGNORE_NAVIGATION" hidden="1">
            <a:extLst>
              <a:ext uri="{FF2B5EF4-FFF2-40B4-BE49-F238E27FC236}">
                <a16:creationId xmlns:a16="http://schemas.microsoft.com/office/drawing/2014/main" id="{77B7EDDE-B2BF-41DF-B12E-29C55B064D28}"/>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16" name="MIO_AGENDA_IGNORE_CHAPTER_REFERENCE" hidden="1">
            <a:extLst>
              <a:ext uri="{FF2B5EF4-FFF2-40B4-BE49-F238E27FC236}">
                <a16:creationId xmlns:a16="http://schemas.microsoft.com/office/drawing/2014/main" id="{77CD087C-DFE1-43D5-AF8C-29BB0B90F672}"/>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11" name="Date Placeholder 10" hidden="1">
            <a:extLst>
              <a:ext uri="{FF2B5EF4-FFF2-40B4-BE49-F238E27FC236}">
                <a16:creationId xmlns:a16="http://schemas.microsoft.com/office/drawing/2014/main" id="{8A2B950C-C584-4156-BAA9-284D4A5BB0F4}"/>
              </a:ext>
            </a:extLst>
          </p:cNvPr>
          <p:cNvSpPr>
            <a:spLocks noGrp="1"/>
          </p:cNvSpPr>
          <p:nvPr>
            <p:ph type="dt" sz="half" idx="19"/>
            <p:custDataLst>
              <p:tags r:id="rId7"/>
            </p:custDataLst>
          </p:nvPr>
        </p:nvSpPr>
        <p:spPr/>
        <p:txBody>
          <a:bodyPr/>
          <a:lstStyle/>
          <a:p>
            <a:r>
              <a:rPr lang="en-US" b="1"/>
              <a:t> </a:t>
            </a:r>
            <a:endParaRPr lang="en-US" b="1" dirty="0"/>
          </a:p>
        </p:txBody>
      </p:sp>
      <p:sp>
        <p:nvSpPr>
          <p:cNvPr id="18" name="Slide Number Placeholder 17" hidden="1">
            <a:extLst>
              <a:ext uri="{FF2B5EF4-FFF2-40B4-BE49-F238E27FC236}">
                <a16:creationId xmlns:a16="http://schemas.microsoft.com/office/drawing/2014/main" id="{237973C6-0D90-4AEE-BB6E-AE4A8B5BA26B}"/>
              </a:ext>
            </a:extLst>
          </p:cNvPr>
          <p:cNvSpPr>
            <a:spLocks noGrp="1"/>
          </p:cNvSpPr>
          <p:nvPr>
            <p:ph type="sldNum" sz="quarter" idx="21"/>
            <p:custDataLst>
              <p:tags r:id="rId8"/>
            </p:custDataLst>
          </p:nvPr>
        </p:nvSpPr>
        <p:spPr/>
        <p:txBody>
          <a:bodyPr/>
          <a:lstStyle/>
          <a:p>
            <a:r>
              <a:rPr lang="en-US"/>
              <a:t> </a:t>
            </a:r>
            <a:endParaRPr lang="en-US" dirty="0"/>
          </a:p>
        </p:txBody>
      </p:sp>
      <p:sp>
        <p:nvSpPr>
          <p:cNvPr id="3" name="MIO_Placeholder_Mapping" hidden="1">
            <a:extLst>
              <a:ext uri="{FF2B5EF4-FFF2-40B4-BE49-F238E27FC236}">
                <a16:creationId xmlns:a16="http://schemas.microsoft.com/office/drawing/2014/main" id="{D727B4D6-DF5E-49B7-A837-D207551F221D}"/>
              </a:ext>
            </a:extLst>
          </p:cNvPr>
          <p:cNvSpPr/>
          <p:nvPr userDrawn="1"/>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pic>
        <p:nvPicPr>
          <p:cNvPr id="12" name="LOGO">
            <a:extLst>
              <a:ext uri="{FF2B5EF4-FFF2-40B4-BE49-F238E27FC236}">
                <a16:creationId xmlns:a16="http://schemas.microsoft.com/office/drawing/2014/main" id="{1807AF6D-9E64-2C4F-72B8-8E1B696F07BF}"/>
              </a:ext>
            </a:extLst>
          </p:cNvPr>
          <p:cNvPicPr>
            <a:picLocks noChangeAspect="1"/>
          </p:cNvPicPr>
          <p:nvPr userDrawn="1"/>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a:stretch/>
        </p:blipFill>
        <p:spPr>
          <a:xfrm>
            <a:off x="334800" y="353272"/>
            <a:ext cx="1574433" cy="687428"/>
          </a:xfrm>
          <a:prstGeom prst="rect">
            <a:avLst/>
          </a:prstGeom>
        </p:spPr>
      </p:pic>
      <p:pic>
        <p:nvPicPr>
          <p:cNvPr id="20" name="LOGO Award Innovation" descr="Ein Bild, das Text, Screenshot, Schrift, Kreis enthält.&#10;&#10;KI-generierte Inhalte können fehlerhaft sein.">
            <a:extLst>
              <a:ext uri="{FF2B5EF4-FFF2-40B4-BE49-F238E27FC236}">
                <a16:creationId xmlns:a16="http://schemas.microsoft.com/office/drawing/2014/main" id="{B9B3D97A-9BFB-40A0-9441-80DA943DDD7F}"/>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9178096" y="5583917"/>
            <a:ext cx="1388241" cy="670382"/>
          </a:xfrm>
          <a:prstGeom prst="rect">
            <a:avLst/>
          </a:prstGeom>
        </p:spPr>
      </p:pic>
      <p:pic>
        <p:nvPicPr>
          <p:cNvPr id="21" name="LOGO Award Sustainability" descr="Ein Bild, das Schwarz, Dunkelheit enthält.&#10;&#10;Automatisch generierte Beschreibung">
            <a:extLst>
              <a:ext uri="{FF2B5EF4-FFF2-40B4-BE49-F238E27FC236}">
                <a16:creationId xmlns:a16="http://schemas.microsoft.com/office/drawing/2014/main" id="{19FCA7E8-3379-4D22-BCD2-3178461C8B7B}"/>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10897966" y="5583917"/>
            <a:ext cx="670034" cy="670034"/>
          </a:xfrm>
          <a:prstGeom prst="rect">
            <a:avLst/>
          </a:prstGeom>
        </p:spPr>
      </p:pic>
    </p:spTree>
    <p:extLst>
      <p:ext uri="{BB962C8B-B14F-4D97-AF65-F5344CB8AC3E}">
        <p14:creationId xmlns:p14="http://schemas.microsoft.com/office/powerpoint/2010/main" val="50627589"/>
      </p:ext>
    </p:extLst>
  </p:cSld>
  <p:clrMapOvr>
    <a:masterClrMapping/>
  </p:clrMapOvr>
  <p:hf sldNum="0" hdr="0"/>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Presentation title 3">
    <p:bg>
      <p:bgPr>
        <a:solidFill>
          <a:schemeClr val="bg1"/>
        </a:solidFill>
        <a:effectLst/>
      </p:bgPr>
    </p:bg>
    <p:spTree>
      <p:nvGrpSpPr>
        <p:cNvPr id="1" name=""/>
        <p:cNvGrpSpPr/>
        <p:nvPr/>
      </p:nvGrpSpPr>
      <p:grpSpPr>
        <a:xfrm>
          <a:off x="0" y="0"/>
          <a:ext cx="0" cy="0"/>
          <a:chOff x="0" y="0"/>
          <a:chExt cx="0" cy="0"/>
        </a:xfrm>
      </p:grpSpPr>
      <p:sp>
        <p:nvSpPr>
          <p:cNvPr id="5" name="LOGO PROTECTION" hidden="1">
            <a:extLst>
              <a:ext uri="{FF2B5EF4-FFF2-40B4-BE49-F238E27FC236}">
                <a16:creationId xmlns:a16="http://schemas.microsoft.com/office/drawing/2014/main" id="{D04A951B-0B3C-4A20-86D2-B3C8F8FB9563}"/>
              </a:ext>
            </a:extLst>
          </p:cNvPr>
          <p:cNvSpPr/>
          <p:nvPr>
            <p:custDataLst>
              <p:tags r:id="rId1"/>
            </p:custDataLst>
          </p:nvPr>
        </p:nvSpPr>
        <p:spPr bwMode="auto">
          <a:xfrm>
            <a:off x="9624391" y="5337212"/>
            <a:ext cx="2060717" cy="1116123"/>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4" name="Background White">
            <a:extLst>
              <a:ext uri="{FF2B5EF4-FFF2-40B4-BE49-F238E27FC236}">
                <a16:creationId xmlns:a16="http://schemas.microsoft.com/office/drawing/2014/main" id="{1FBC75BD-957B-1EC7-B3A9-8C67FC480706}"/>
              </a:ext>
            </a:extLst>
          </p:cNvPr>
          <p:cNvSpPr/>
          <p:nvPr userDrawn="1"/>
        </p:nvSpPr>
        <p:spPr bwMode="auto">
          <a:xfrm>
            <a:off x="0" y="0"/>
            <a:ext cx="12193200" cy="6858000"/>
          </a:xfrm>
          <a:prstGeom prst="rect">
            <a:avLst/>
          </a:prstGeom>
          <a:solidFill>
            <a:schemeClr val="bg1"/>
          </a:solidFill>
          <a:ln w="9525">
            <a:noFill/>
            <a:miter lim="800000"/>
            <a:headEnd/>
            <a:tailEnd/>
          </a:ln>
        </p:spPr>
        <p:txBody>
          <a:bodyPr wrap="square" lIns="96000" tIns="96000" rIns="96000" bIns="96000" rtlCol="0" anchor="ctr"/>
          <a:lstStyle/>
          <a:p>
            <a:pPr algn="ctr" rtl="0" eaLnBrk="0" hangingPunct="0"/>
            <a:endParaRPr lang="en-US" sz="2133" baseline="0" noProof="0">
              <a:latin typeface="+mn-lt"/>
              <a:ea typeface="+mn-ea"/>
              <a:cs typeface="+mn-cs"/>
            </a:endParaRPr>
          </a:p>
        </p:txBody>
      </p:sp>
      <p:sp>
        <p:nvSpPr>
          <p:cNvPr id="3" name="Crystal Shape">
            <a:extLst>
              <a:ext uri="{FF2B5EF4-FFF2-40B4-BE49-F238E27FC236}">
                <a16:creationId xmlns:a16="http://schemas.microsoft.com/office/drawing/2014/main" id="{2EA7ACC0-9174-0F6F-0B3E-9FE773D0A408}"/>
              </a:ext>
            </a:extLst>
          </p:cNvPr>
          <p:cNvSpPr/>
          <p:nvPr userDrawn="1"/>
        </p:nvSpPr>
        <p:spPr bwMode="auto">
          <a:xfrm>
            <a:off x="2" y="1"/>
            <a:ext cx="12191999" cy="3932241"/>
          </a:xfrm>
          <a:custGeom>
            <a:avLst/>
            <a:gdLst>
              <a:gd name="connsiteX0" fmla="*/ 0 w 12191999"/>
              <a:gd name="connsiteY0" fmla="*/ 0 h 3932241"/>
              <a:gd name="connsiteX1" fmla="*/ 12191999 w 12191999"/>
              <a:gd name="connsiteY1" fmla="*/ 0 h 3932241"/>
              <a:gd name="connsiteX2" fmla="*/ 12191999 w 12191999"/>
              <a:gd name="connsiteY2" fmla="*/ 3726156 h 3932241"/>
              <a:gd name="connsiteX3" fmla="*/ 3063660 w 12191999"/>
              <a:gd name="connsiteY3" fmla="*/ 2179105 h 3932241"/>
              <a:gd name="connsiteX4" fmla="*/ 387 w 12191999"/>
              <a:gd name="connsiteY4" fmla="*/ 3726157 h 3932241"/>
              <a:gd name="connsiteX5" fmla="*/ 387 w 12191999"/>
              <a:gd name="connsiteY5" fmla="*/ 3932241 h 3932241"/>
              <a:gd name="connsiteX6" fmla="*/ 0 w 12191999"/>
              <a:gd name="connsiteY6" fmla="*/ 3932241 h 39322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1999" h="3932241">
                <a:moveTo>
                  <a:pt x="0" y="0"/>
                </a:moveTo>
                <a:lnTo>
                  <a:pt x="12191999" y="0"/>
                </a:lnTo>
                <a:lnTo>
                  <a:pt x="12191999" y="3726156"/>
                </a:lnTo>
                <a:lnTo>
                  <a:pt x="3063660" y="2179105"/>
                </a:lnTo>
                <a:lnTo>
                  <a:pt x="387" y="3726157"/>
                </a:lnTo>
                <a:lnTo>
                  <a:pt x="387" y="3932241"/>
                </a:lnTo>
                <a:lnTo>
                  <a:pt x="0" y="3932241"/>
                </a:lnTo>
                <a:close/>
              </a:path>
            </a:pathLst>
          </a:custGeom>
          <a:solidFill>
            <a:srgbClr val="0A8276"/>
          </a:solidFill>
          <a:ln w="9525">
            <a:noFill/>
            <a:miter lim="800000"/>
            <a:headEnd/>
            <a:tailEnd/>
          </a:ln>
        </p:spPr>
        <p:txBody>
          <a:bodyPr wrap="square" lIns="72000" tIns="72000" rIns="72000" bIns="72000" rtlCol="0" anchor="ctr">
            <a:noAutofit/>
          </a:bodyPr>
          <a:lstStyle/>
          <a:p>
            <a:pPr algn="ctr" defTabSz="576000" rtl="0" eaLnBrk="0" hangingPunct="0">
              <a:lnSpc>
                <a:spcPct val="120000"/>
              </a:lnSpc>
            </a:pPr>
            <a:endParaRPr lang="de-DE" sz="1600" baseline="0" dirty="0">
              <a:solidFill>
                <a:schemeClr val="bg1"/>
              </a:solidFill>
              <a:latin typeface="+mn-lt"/>
              <a:ea typeface="+mn-ea"/>
              <a:cs typeface="+mn-cs"/>
            </a:endParaRPr>
          </a:p>
        </p:txBody>
      </p:sp>
      <p:sp>
        <p:nvSpPr>
          <p:cNvPr id="36" name="Subtitle"/>
          <p:cNvSpPr>
            <a:spLocks noGrp="1"/>
          </p:cNvSpPr>
          <p:nvPr>
            <p:ph type="subTitle" idx="1" hasCustomPrompt="1"/>
          </p:nvPr>
        </p:nvSpPr>
        <p:spPr>
          <a:xfrm>
            <a:off x="624000" y="5641200"/>
            <a:ext cx="8280000" cy="612000"/>
          </a:xfrm>
          <a:prstGeom prst="rect">
            <a:avLst/>
          </a:prstGeom>
        </p:spPr>
        <p:txBody>
          <a:bodyPr vert="horz" wrap="square" lIns="0" tIns="0" rIns="0" bIns="0" rtlCol="0" anchor="b" anchorCtr="0">
            <a:noAutofit/>
          </a:bodyPr>
          <a:lstStyle>
            <a:lvl1pPr marL="0" indent="0" algn="l">
              <a:spcAft>
                <a:spcPts val="0"/>
              </a:spcAft>
              <a:buNone/>
              <a:defRPr lang="en-GB" sz="1800" baseline="0" noProof="0" dirty="0">
                <a:solidFill>
                  <a:schemeClr val="tx1"/>
                </a:solidFill>
                <a:latin typeface="+mn-lt"/>
                <a:ea typeface="+mn-ea"/>
                <a:cs typeface="+mn-cs"/>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pPr lvl="0"/>
            <a:r>
              <a:rPr lang="en-US" noProof="0" dirty="0"/>
              <a:t>Author (department)</a:t>
            </a:r>
            <a:br>
              <a:rPr lang="en-US" noProof="0" dirty="0"/>
            </a:br>
            <a:r>
              <a:rPr lang="en-US" noProof="0" dirty="0"/>
              <a:t>Date</a:t>
            </a:r>
          </a:p>
        </p:txBody>
      </p:sp>
      <p:sp>
        <p:nvSpPr>
          <p:cNvPr id="16" name="Title">
            <a:extLst>
              <a:ext uri="{FF2B5EF4-FFF2-40B4-BE49-F238E27FC236}">
                <a16:creationId xmlns:a16="http://schemas.microsoft.com/office/drawing/2014/main" id="{DDFB9099-E080-4657-A124-1583A7385081}"/>
              </a:ext>
            </a:extLst>
          </p:cNvPr>
          <p:cNvSpPr>
            <a:spLocks noGrp="1"/>
          </p:cNvSpPr>
          <p:nvPr>
            <p:ph type="title" hasCustomPrompt="1"/>
            <p:custDataLst>
              <p:tags r:id="rId2"/>
            </p:custDataLst>
          </p:nvPr>
        </p:nvSpPr>
        <p:spPr>
          <a:xfrm>
            <a:off x="624001" y="4161599"/>
            <a:ext cx="8280000" cy="1119600"/>
          </a:xfrm>
        </p:spPr>
        <p:txBody>
          <a:bodyPr bIns="0" anchor="b">
            <a:normAutofit/>
          </a:bodyPr>
          <a:lstStyle>
            <a:lvl1pPr algn="l">
              <a:defRPr sz="3600" baseline="0">
                <a:latin typeface="+mj-lt"/>
                <a:ea typeface="+mj-ea"/>
                <a:cs typeface="+mj-cs"/>
              </a:defRPr>
            </a:lvl1pPr>
          </a:lstStyle>
          <a:p>
            <a:r>
              <a:rPr lang="en-US" noProof="0" dirty="0"/>
              <a:t>Please type in title</a:t>
            </a:r>
          </a:p>
        </p:txBody>
      </p:sp>
      <p:sp>
        <p:nvSpPr>
          <p:cNvPr id="8" name="empower_classification_attention_placeholder" hidden="1">
            <a:extLst>
              <a:ext uri="{FF2B5EF4-FFF2-40B4-BE49-F238E27FC236}">
                <a16:creationId xmlns:a16="http://schemas.microsoft.com/office/drawing/2014/main" id="{597455C0-1C86-4D66-BC01-C39FC0636301}"/>
              </a:ext>
            </a:extLst>
          </p:cNvPr>
          <p:cNvSpPr txBox="1"/>
          <p:nvPr>
            <p:custDataLst>
              <p:tags r:id="rId3"/>
            </p:custDataLst>
          </p:nvPr>
        </p:nvSpPr>
        <p:spPr bwMode="auto">
          <a:xfrm>
            <a:off x="5411800" y="6501600"/>
            <a:ext cx="1368401" cy="288925"/>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a:solidFill>
                  <a:schemeClr val="tx2"/>
                </a:solidFill>
                <a:latin typeface="+mn-lt"/>
                <a:ea typeface="+mn-ea"/>
                <a:cs typeface="+mn-cs"/>
              </a:rPr>
              <a:t>Public</a:t>
            </a:r>
          </a:p>
        </p:txBody>
      </p:sp>
      <p:sp>
        <p:nvSpPr>
          <p:cNvPr id="9" name="empower_classification_placeholder">
            <a:extLst>
              <a:ext uri="{FF2B5EF4-FFF2-40B4-BE49-F238E27FC236}">
                <a16:creationId xmlns:a16="http://schemas.microsoft.com/office/drawing/2014/main" id="{F2A69E30-B66A-4640-A0FD-5D2C3EE160B0}"/>
              </a:ext>
            </a:extLst>
          </p:cNvPr>
          <p:cNvSpPr txBox="1"/>
          <p:nvPr>
            <p:custDataLst>
              <p:tags r:id="rId4"/>
            </p:custDataLst>
          </p:nvPr>
        </p:nvSpPr>
        <p:spPr bwMode="auto">
          <a:xfrm>
            <a:off x="5412000" y="6501600"/>
            <a:ext cx="1368000" cy="288925"/>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baseline="0" noProof="0">
                <a:solidFill>
                  <a:schemeClr val="tx1"/>
                </a:solidFill>
                <a:latin typeface="+mn-lt"/>
                <a:ea typeface="+mn-ea"/>
                <a:cs typeface="+mn-cs"/>
              </a:rPr>
              <a:t>Public</a:t>
            </a:r>
          </a:p>
        </p:txBody>
      </p:sp>
      <p:sp>
        <p:nvSpPr>
          <p:cNvPr id="10" name="empower_document_placeholder" hidden="1">
            <a:extLst>
              <a:ext uri="{FF2B5EF4-FFF2-40B4-BE49-F238E27FC236}">
                <a16:creationId xmlns:a16="http://schemas.microsoft.com/office/drawing/2014/main" id="{96E39437-30C8-4D2C-BDE0-D743E3FA80DD}"/>
              </a:ext>
            </a:extLst>
          </p:cNvPr>
          <p:cNvSpPr txBox="1"/>
          <p:nvPr>
            <p:custDataLst>
              <p:tags r:id="rId5"/>
            </p:custDataLst>
          </p:nvPr>
        </p:nvSpPr>
        <p:spPr bwMode="auto">
          <a:xfrm>
            <a:off x="624000" y="6501600"/>
            <a:ext cx="3240087" cy="288925"/>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baseline="0" noProof="0">
                <a:solidFill>
                  <a:schemeClr val="tx1"/>
                </a:solidFill>
                <a:latin typeface="+mn-lt"/>
                <a:ea typeface="+mn-ea"/>
                <a:cs typeface="+mn-cs"/>
              </a:rPr>
              <a:t>[Owner:   Doc ID:   Vers.: ]</a:t>
            </a:r>
          </a:p>
        </p:txBody>
      </p:sp>
      <p:sp>
        <p:nvSpPr>
          <p:cNvPr id="19" name="empower_draft_placeholder" hidden="1">
            <a:extLst>
              <a:ext uri="{FF2B5EF4-FFF2-40B4-BE49-F238E27FC236}">
                <a16:creationId xmlns:a16="http://schemas.microsoft.com/office/drawing/2014/main" id="{4B8FCDCD-762A-43C6-901A-F85ED8B716CE}"/>
              </a:ext>
            </a:extLst>
          </p:cNvPr>
          <p:cNvSpPr txBox="1"/>
          <p:nvPr userDrawn="1">
            <p:custDataLst>
              <p:tags r:id="rId6"/>
            </p:custDataLst>
          </p:nvPr>
        </p:nvSpPr>
        <p:spPr bwMode="auto">
          <a:xfrm>
            <a:off x="4350044" y="6501239"/>
            <a:ext cx="576000" cy="288000"/>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a:solidFill>
                  <a:schemeClr val="tx2"/>
                </a:solidFill>
                <a:latin typeface="+mn-lt"/>
                <a:ea typeface="+mn-ea"/>
                <a:cs typeface="+mn-cs"/>
              </a:rPr>
              <a:t>- DRAFT -</a:t>
            </a:r>
            <a:endParaRPr lang="en-US" sz="800" b="1" kern="0" baseline="0" noProof="0" dirty="0">
              <a:solidFill>
                <a:schemeClr val="tx2"/>
              </a:solidFill>
              <a:latin typeface="+mn-lt"/>
              <a:ea typeface="+mn-ea"/>
              <a:cs typeface="+mn-cs"/>
            </a:endParaRPr>
          </a:p>
        </p:txBody>
      </p:sp>
      <p:sp>
        <p:nvSpPr>
          <p:cNvPr id="6" name="MIO_AGENDA_IGNORE_NAVIGATION" hidden="1">
            <a:extLst>
              <a:ext uri="{FF2B5EF4-FFF2-40B4-BE49-F238E27FC236}">
                <a16:creationId xmlns:a16="http://schemas.microsoft.com/office/drawing/2014/main" id="{E1EDD075-E4C7-4D42-B9EA-266CAA36278B}"/>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15" name="MIO_AGENDA_IGNORE_CHAPTER_REFERENCE" hidden="1">
            <a:extLst>
              <a:ext uri="{FF2B5EF4-FFF2-40B4-BE49-F238E27FC236}">
                <a16:creationId xmlns:a16="http://schemas.microsoft.com/office/drawing/2014/main" id="{69714F47-DD62-4063-BF75-AE10B75ACD2F}"/>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11" name="Date Placeholder 10" hidden="1">
            <a:extLst>
              <a:ext uri="{FF2B5EF4-FFF2-40B4-BE49-F238E27FC236}">
                <a16:creationId xmlns:a16="http://schemas.microsoft.com/office/drawing/2014/main" id="{C4801112-C226-4D1B-8109-89A1EA6E6950}"/>
              </a:ext>
            </a:extLst>
          </p:cNvPr>
          <p:cNvSpPr>
            <a:spLocks noGrp="1"/>
          </p:cNvSpPr>
          <p:nvPr>
            <p:ph type="dt" sz="half" idx="15"/>
            <p:custDataLst>
              <p:tags r:id="rId7"/>
            </p:custDataLst>
          </p:nvPr>
        </p:nvSpPr>
        <p:spPr/>
        <p:txBody>
          <a:bodyPr/>
          <a:lstStyle/>
          <a:p>
            <a:r>
              <a:rPr lang="en-US" b="1"/>
              <a:t> </a:t>
            </a:r>
            <a:endParaRPr lang="en-US" b="1" dirty="0"/>
          </a:p>
        </p:txBody>
      </p:sp>
      <p:sp>
        <p:nvSpPr>
          <p:cNvPr id="17" name="Footer Placeholder 16" hidden="1">
            <a:extLst>
              <a:ext uri="{FF2B5EF4-FFF2-40B4-BE49-F238E27FC236}">
                <a16:creationId xmlns:a16="http://schemas.microsoft.com/office/drawing/2014/main" id="{4A132925-95FA-4753-A3A8-100A8B4A5840}"/>
              </a:ext>
            </a:extLst>
          </p:cNvPr>
          <p:cNvSpPr>
            <a:spLocks noGrp="1"/>
          </p:cNvSpPr>
          <p:nvPr>
            <p:ph type="ftr" sz="quarter" idx="16"/>
            <p:custDataLst>
              <p:tags r:id="rId8"/>
            </p:custDataLst>
          </p:nvPr>
        </p:nvSpPr>
        <p:spPr/>
        <p:txBody>
          <a:bodyPr/>
          <a:lstStyle/>
          <a:p>
            <a:endParaRPr lang="en-US" dirty="0"/>
          </a:p>
        </p:txBody>
      </p:sp>
      <p:sp>
        <p:nvSpPr>
          <p:cNvPr id="18" name="Slide Number Placeholder 17" hidden="1">
            <a:extLst>
              <a:ext uri="{FF2B5EF4-FFF2-40B4-BE49-F238E27FC236}">
                <a16:creationId xmlns:a16="http://schemas.microsoft.com/office/drawing/2014/main" id="{90BC69B8-D726-4EBC-AE1A-053251677C8B}"/>
              </a:ext>
            </a:extLst>
          </p:cNvPr>
          <p:cNvSpPr>
            <a:spLocks noGrp="1"/>
          </p:cNvSpPr>
          <p:nvPr>
            <p:ph type="sldNum" sz="quarter" idx="17"/>
            <p:custDataLst>
              <p:tags r:id="rId9"/>
            </p:custDataLst>
          </p:nvPr>
        </p:nvSpPr>
        <p:spPr/>
        <p:txBody>
          <a:bodyPr/>
          <a:lstStyle/>
          <a:p>
            <a:r>
              <a:rPr lang="en-US"/>
              <a:t> </a:t>
            </a:r>
            <a:endParaRPr lang="en-US" dirty="0"/>
          </a:p>
        </p:txBody>
      </p:sp>
      <p:sp>
        <p:nvSpPr>
          <p:cNvPr id="2" name="MIO_Placeholder_Mapping" hidden="1">
            <a:extLst>
              <a:ext uri="{FF2B5EF4-FFF2-40B4-BE49-F238E27FC236}">
                <a16:creationId xmlns:a16="http://schemas.microsoft.com/office/drawing/2014/main" id="{3B046A58-B894-4C62-9312-C4EF9EDFF3F0}"/>
              </a:ext>
            </a:extLst>
          </p:cNvPr>
          <p:cNvSpPr/>
          <p:nvPr userDrawn="1"/>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pic>
        <p:nvPicPr>
          <p:cNvPr id="20" name="LOGO">
            <a:extLst>
              <a:ext uri="{FF2B5EF4-FFF2-40B4-BE49-F238E27FC236}">
                <a16:creationId xmlns:a16="http://schemas.microsoft.com/office/drawing/2014/main" id="{0090C8BE-0F32-4CF4-BB5D-F435E6072DCB}"/>
              </a:ext>
            </a:extLst>
          </p:cNvPr>
          <p:cNvPicPr>
            <a:picLocks noChangeAspect="1"/>
          </p:cNvPicPr>
          <p:nvPr userDrawn="1"/>
        </p:nvPicPr>
        <p:blipFill>
          <a:blip r:embed="rId11">
            <a:extLst>
              <a:ext uri="{28A0092B-C50C-407E-A947-70E740481C1C}">
                <a14:useLocalDpi xmlns:a14="http://schemas.microsoft.com/office/drawing/2010/main" val="0"/>
              </a:ext>
            </a:extLst>
          </a:blip>
          <a:stretch>
            <a:fillRect/>
          </a:stretch>
        </p:blipFill>
        <p:spPr>
          <a:xfrm>
            <a:off x="9738355" y="5453288"/>
            <a:ext cx="1830253" cy="800431"/>
          </a:xfrm>
          <a:prstGeom prst="rect">
            <a:avLst/>
          </a:prstGeom>
        </p:spPr>
      </p:pic>
    </p:spTree>
    <p:extLst>
      <p:ext uri="{BB962C8B-B14F-4D97-AF65-F5344CB8AC3E}">
        <p14:creationId xmlns:p14="http://schemas.microsoft.com/office/powerpoint/2010/main" val="2281391533"/>
      </p:ext>
    </p:extLst>
  </p:cSld>
  <p:clrMapOvr>
    <a:masterClrMapping/>
  </p:clrMapOvr>
  <p:hf sldNum="0" hdr="0"/>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empower_additionalText_placeholder" hidden="1">
            <a:extLst>
              <a:ext uri="{FF2B5EF4-FFF2-40B4-BE49-F238E27FC236}">
                <a16:creationId xmlns:a16="http://schemas.microsoft.com/office/drawing/2014/main" id="{93F7048C-8316-453D-8883-8716B78B0306}"/>
              </a:ext>
            </a:extLst>
          </p:cNvPr>
          <p:cNvSpPr txBox="1"/>
          <p:nvPr>
            <p:custDataLst>
              <p:tags r:id="rId1"/>
            </p:custDataLst>
          </p:nvPr>
        </p:nvSpPr>
        <p:spPr bwMode="auto">
          <a:xfrm>
            <a:off x="2531796" y="6489341"/>
            <a:ext cx="1728000" cy="361459"/>
          </a:xfrm>
          <a:prstGeom prst="rect">
            <a:avLst/>
          </a:prstGeom>
          <a:noFill/>
          <a:ln w="9525">
            <a:noFill/>
            <a:miter lim="800000"/>
            <a:headEnd/>
            <a:tailEnd/>
          </a:ln>
          <a:effectLst/>
        </p:spPr>
        <p:txBody>
          <a:bodyPr wrap="none" lIns="0" tIns="0" rIns="0" bIns="0" rtlCol="0" anchor="ctr" anchorCtr="0">
            <a:noAutofit/>
          </a:bodyPr>
          <a:lstStyle>
            <a:defPPr>
              <a:defRPr lang="en-US"/>
            </a:defPPr>
            <a:lvl1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defRPr sz="800" b="1" kern="0">
                <a:solidFill>
                  <a:srgbClr val="E30034"/>
                </a:solidFill>
                <a:latin typeface="Arial" panose="020B0604020202020204" pitchFamily="34" charset="0"/>
                <a:ea typeface="Verdana" pitchFamily="34" charset="0"/>
                <a:cs typeface="Arial" panose="020B0604020202020204" pitchFamily="34" charset="0"/>
              </a:defRPr>
            </a:lvl1pPr>
          </a:lstStyle>
          <a:p>
            <a:pPr lvl="0" algn="l"/>
            <a:endParaRPr lang="en-US" baseline="0" noProof="0">
              <a:solidFill>
                <a:schemeClr val="tx1"/>
              </a:solidFill>
              <a:latin typeface="+mn-lt"/>
              <a:ea typeface="+mn-ea"/>
              <a:cs typeface="+mn-cs"/>
            </a:endParaRPr>
          </a:p>
        </p:txBody>
      </p:sp>
      <p:sp>
        <p:nvSpPr>
          <p:cNvPr id="10" name="empower_document_placeholder" hidden="1">
            <a:extLst>
              <a:ext uri="{FF2B5EF4-FFF2-40B4-BE49-F238E27FC236}">
                <a16:creationId xmlns:a16="http://schemas.microsoft.com/office/drawing/2014/main" id="{19AD8A63-6441-49F3-BD90-8D4DF9E47EE1}"/>
              </a:ext>
            </a:extLst>
          </p:cNvPr>
          <p:cNvSpPr txBox="1"/>
          <p:nvPr>
            <p:custDataLst>
              <p:tags r:id="rId2"/>
            </p:custDataLst>
          </p:nvPr>
        </p:nvSpPr>
        <p:spPr bwMode="auto">
          <a:xfrm rot="16200000">
            <a:off x="10757888" y="4960337"/>
            <a:ext cx="2592000" cy="250825"/>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700" kern="0" baseline="0" noProof="0">
                <a:solidFill>
                  <a:schemeClr val="tx1"/>
                </a:solidFill>
                <a:latin typeface="+mn-lt"/>
                <a:ea typeface="+mn-ea"/>
                <a:cs typeface="+mn-cs"/>
              </a:rPr>
              <a:t>[Owner:   Doc ID:   Vers.: ]</a:t>
            </a:r>
          </a:p>
        </p:txBody>
      </p:sp>
      <p:sp>
        <p:nvSpPr>
          <p:cNvPr id="12" name="empower_proprietary_placeholder" hidden="1">
            <a:extLst>
              <a:ext uri="{FF2B5EF4-FFF2-40B4-BE49-F238E27FC236}">
                <a16:creationId xmlns:a16="http://schemas.microsoft.com/office/drawing/2014/main" id="{47EE7D08-6A4F-4583-B0FB-2642238529C0}"/>
              </a:ext>
            </a:extLst>
          </p:cNvPr>
          <p:cNvSpPr txBox="1"/>
          <p:nvPr>
            <p:custDataLst>
              <p:tags r:id="rId3"/>
            </p:custDataLst>
          </p:nvPr>
        </p:nvSpPr>
        <p:spPr bwMode="auto">
          <a:xfrm>
            <a:off x="9444480" y="6489341"/>
            <a:ext cx="972000" cy="361459"/>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a:solidFill>
                  <a:schemeClr val="tx1"/>
                </a:solidFill>
                <a:latin typeface="+mn-lt"/>
                <a:ea typeface="+mn-ea"/>
                <a:cs typeface="+mn-cs"/>
              </a:rPr>
              <a:t>Infineon Proprietary</a:t>
            </a:r>
          </a:p>
        </p:txBody>
      </p:sp>
      <p:sp>
        <p:nvSpPr>
          <p:cNvPr id="14" name="empower_draft_placeholder" hidden="1">
            <a:extLst>
              <a:ext uri="{FF2B5EF4-FFF2-40B4-BE49-F238E27FC236}">
                <a16:creationId xmlns:a16="http://schemas.microsoft.com/office/drawing/2014/main" id="{BBB3932D-D47B-4955-93EE-467AC52E4E27}"/>
              </a:ext>
            </a:extLst>
          </p:cNvPr>
          <p:cNvSpPr txBox="1"/>
          <p:nvPr>
            <p:custDataLst>
              <p:tags r:id="rId4"/>
            </p:custDataLst>
          </p:nvPr>
        </p:nvSpPr>
        <p:spPr bwMode="auto">
          <a:xfrm>
            <a:off x="8761190" y="6489341"/>
            <a:ext cx="360362" cy="361459"/>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a:solidFill>
                  <a:schemeClr val="tx2"/>
                </a:solidFill>
                <a:latin typeface="+mn-lt"/>
                <a:ea typeface="+mn-ea"/>
                <a:cs typeface="+mn-cs"/>
              </a:rPr>
              <a:t>- DRAFT -</a:t>
            </a:r>
            <a:endParaRPr lang="en-US" sz="800" b="1" kern="0" baseline="0" noProof="0" dirty="0">
              <a:solidFill>
                <a:schemeClr val="tx2"/>
              </a:solidFill>
              <a:latin typeface="+mn-lt"/>
              <a:ea typeface="+mn-ea"/>
              <a:cs typeface="+mn-cs"/>
            </a:endParaRPr>
          </a:p>
        </p:txBody>
      </p:sp>
      <p:sp>
        <p:nvSpPr>
          <p:cNvPr id="16" name="empower_footer_placeholder">
            <a:extLst>
              <a:ext uri="{FF2B5EF4-FFF2-40B4-BE49-F238E27FC236}">
                <a16:creationId xmlns:a16="http://schemas.microsoft.com/office/drawing/2014/main" id="{BB857729-3B9C-45BF-8F44-236D56EED406}"/>
              </a:ext>
            </a:extLst>
          </p:cNvPr>
          <p:cNvSpPr txBox="1"/>
          <p:nvPr>
            <p:custDataLst>
              <p:tags r:id="rId5"/>
            </p:custDataLst>
          </p:nvPr>
        </p:nvSpPr>
        <p:spPr bwMode="auto">
          <a:xfrm>
            <a:off x="4547828" y="6489341"/>
            <a:ext cx="3096343" cy="361459"/>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GB" sz="800" kern="0" baseline="0" noProof="0">
                <a:solidFill>
                  <a:schemeClr val="tx1"/>
                </a:solidFill>
                <a:latin typeface="+mn-lt"/>
                <a:ea typeface="+mn-ea"/>
                <a:cs typeface="+mn-cs"/>
              </a:rPr>
              <a:t>Copyright © Infineon Technologies AG 2026. All rights reserved.</a:t>
            </a:r>
            <a:endParaRPr lang="en-US" sz="800" kern="0" baseline="0" noProof="0" dirty="0">
              <a:solidFill>
                <a:schemeClr val="tx1"/>
              </a:solidFill>
              <a:latin typeface="+mn-lt"/>
              <a:ea typeface="+mn-ea"/>
              <a:cs typeface="+mn-cs"/>
            </a:endParaRPr>
          </a:p>
        </p:txBody>
      </p:sp>
      <p:sp>
        <p:nvSpPr>
          <p:cNvPr id="18" name="empower_classification_attention_placeholder" hidden="1">
            <a:extLst>
              <a:ext uri="{FF2B5EF4-FFF2-40B4-BE49-F238E27FC236}">
                <a16:creationId xmlns:a16="http://schemas.microsoft.com/office/drawing/2014/main" id="{ED12D396-6789-4220-B5FF-8F4E755A3C76}"/>
              </a:ext>
            </a:extLst>
          </p:cNvPr>
          <p:cNvSpPr txBox="1"/>
          <p:nvPr>
            <p:custDataLst>
              <p:tags r:id="rId6"/>
            </p:custDataLst>
          </p:nvPr>
        </p:nvSpPr>
        <p:spPr bwMode="auto">
          <a:xfrm>
            <a:off x="1238188" y="6489700"/>
            <a:ext cx="971855"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a:solidFill>
                  <a:schemeClr val="tx2"/>
                </a:solidFill>
                <a:latin typeface="+mn-lt"/>
                <a:ea typeface="+mn-ea"/>
                <a:cs typeface="+mn-cs"/>
              </a:rPr>
              <a:t>Public</a:t>
            </a:r>
          </a:p>
        </p:txBody>
      </p:sp>
      <p:sp>
        <p:nvSpPr>
          <p:cNvPr id="20" name="empower_classification_placeholder">
            <a:extLst>
              <a:ext uri="{FF2B5EF4-FFF2-40B4-BE49-F238E27FC236}">
                <a16:creationId xmlns:a16="http://schemas.microsoft.com/office/drawing/2014/main" id="{37C1E426-F34B-4FFB-A688-C9E251A8BC0B}"/>
              </a:ext>
            </a:extLst>
          </p:cNvPr>
          <p:cNvSpPr txBox="1"/>
          <p:nvPr>
            <p:custDataLst>
              <p:tags r:id="rId7"/>
            </p:custDataLst>
          </p:nvPr>
        </p:nvSpPr>
        <p:spPr bwMode="auto">
          <a:xfrm>
            <a:off x="1238188" y="6489700"/>
            <a:ext cx="973251"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a:solidFill>
                  <a:schemeClr val="tx1"/>
                </a:solidFill>
                <a:latin typeface="+mn-lt"/>
                <a:ea typeface="+mn-ea"/>
                <a:cs typeface="+mn-cs"/>
              </a:rPr>
              <a:t>Public</a:t>
            </a:r>
          </a:p>
        </p:txBody>
      </p:sp>
      <p:sp>
        <p:nvSpPr>
          <p:cNvPr id="22" name="empower_date_placeholder">
            <a:extLst>
              <a:ext uri="{FF2B5EF4-FFF2-40B4-BE49-F238E27FC236}">
                <a16:creationId xmlns:a16="http://schemas.microsoft.com/office/drawing/2014/main" id="{6976A686-032A-4DD8-ACB2-F6323D2BEB1D}"/>
              </a:ext>
            </a:extLst>
          </p:cNvPr>
          <p:cNvSpPr txBox="1"/>
          <p:nvPr>
            <p:custDataLst>
              <p:tags r:id="rId8"/>
            </p:custDataLst>
          </p:nvPr>
        </p:nvSpPr>
        <p:spPr bwMode="auto">
          <a:xfrm>
            <a:off x="334963" y="6489341"/>
            <a:ext cx="612000" cy="361459"/>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baseline="0" noProof="0">
                <a:solidFill>
                  <a:schemeClr val="tx1"/>
                </a:solidFill>
                <a:latin typeface="+mn-lt"/>
                <a:ea typeface="+mn-ea"/>
                <a:cs typeface="+mn-cs"/>
              </a:rPr>
              <a:t>2026-03-27</a:t>
            </a:r>
            <a:endParaRPr lang="en-US" sz="800" kern="0" baseline="0" noProof="0" dirty="0">
              <a:solidFill>
                <a:schemeClr val="tx1"/>
              </a:solidFill>
              <a:latin typeface="+mn-lt"/>
              <a:ea typeface="+mn-ea"/>
              <a:cs typeface="+mn-cs"/>
            </a:endParaRPr>
          </a:p>
        </p:txBody>
      </p:sp>
      <p:sp>
        <p:nvSpPr>
          <p:cNvPr id="6" name="Title">
            <a:extLst>
              <a:ext uri="{FF2B5EF4-FFF2-40B4-BE49-F238E27FC236}">
                <a16:creationId xmlns:a16="http://schemas.microsoft.com/office/drawing/2014/main" id="{4807386D-5007-41B0-8720-8A575EEBAF43}"/>
              </a:ext>
            </a:extLst>
          </p:cNvPr>
          <p:cNvSpPr>
            <a:spLocks noGrp="1"/>
          </p:cNvSpPr>
          <p:nvPr>
            <p:ph type="title" hasCustomPrompt="1"/>
          </p:nvPr>
        </p:nvSpPr>
        <p:spPr/>
        <p:txBody>
          <a:bodyPr/>
          <a:lstStyle>
            <a:lvl1pPr>
              <a:defRPr baseline="0">
                <a:latin typeface="+mj-lt"/>
                <a:ea typeface="+mj-ea"/>
                <a:cs typeface="+mj-cs"/>
              </a:defRPr>
            </a:lvl1pPr>
          </a:lstStyle>
          <a:p>
            <a:r>
              <a:rPr lang="en-US" noProof="0"/>
              <a:t>Click to edit title</a:t>
            </a:r>
          </a:p>
        </p:txBody>
      </p:sp>
      <p:sp>
        <p:nvSpPr>
          <p:cNvPr id="8" name="LOGO PROTECTION" hidden="1">
            <a:extLst>
              <a:ext uri="{FF2B5EF4-FFF2-40B4-BE49-F238E27FC236}">
                <a16:creationId xmlns:a16="http://schemas.microsoft.com/office/drawing/2014/main" id="{F5FE3C92-21D9-4EC7-8208-A5BA097E9D7D}"/>
              </a:ext>
            </a:extLst>
          </p:cNvPr>
          <p:cNvSpPr/>
          <p:nvPr>
            <p:custDataLst>
              <p:tags r:id="rId9"/>
            </p:custDataLst>
          </p:nvPr>
        </p:nvSpPr>
        <p:spPr bwMode="auto">
          <a:xfrm>
            <a:off x="10131283" y="1"/>
            <a:ext cx="2060717" cy="836712"/>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7" name="Date Placeholder 6" hidden="1">
            <a:extLst>
              <a:ext uri="{FF2B5EF4-FFF2-40B4-BE49-F238E27FC236}">
                <a16:creationId xmlns:a16="http://schemas.microsoft.com/office/drawing/2014/main" id="{D1F9AA12-4C8C-4488-AF38-E06943B19AAF}"/>
              </a:ext>
            </a:extLst>
          </p:cNvPr>
          <p:cNvSpPr>
            <a:spLocks noGrp="1"/>
          </p:cNvSpPr>
          <p:nvPr>
            <p:ph type="dt" sz="half" idx="10"/>
            <p:custDataLst>
              <p:tags r:id="rId10"/>
            </p:custDataLst>
          </p:nvPr>
        </p:nvSpPr>
        <p:spPr/>
        <p:txBody>
          <a:bodyPr/>
          <a:lstStyle/>
          <a:p>
            <a:r>
              <a:rPr lang="en-US" b="1"/>
              <a:t> </a:t>
            </a:r>
            <a:endParaRPr lang="en-US" b="1" dirty="0"/>
          </a:p>
        </p:txBody>
      </p:sp>
      <p:sp>
        <p:nvSpPr>
          <p:cNvPr id="9" name="Footer Placeholder 8" hidden="1">
            <a:extLst>
              <a:ext uri="{FF2B5EF4-FFF2-40B4-BE49-F238E27FC236}">
                <a16:creationId xmlns:a16="http://schemas.microsoft.com/office/drawing/2014/main" id="{971F8BAB-E178-4122-ADFD-FE4894CC864F}"/>
              </a:ext>
            </a:extLst>
          </p:cNvPr>
          <p:cNvSpPr>
            <a:spLocks noGrp="1"/>
          </p:cNvSpPr>
          <p:nvPr>
            <p:ph type="ftr" sz="quarter" idx="11"/>
            <p:custDataLst>
              <p:tags r:id="rId11"/>
            </p:custDataLst>
          </p:nvPr>
        </p:nvSpPr>
        <p:spPr/>
        <p:txBody>
          <a:bodyPr/>
          <a:lstStyle/>
          <a:p>
            <a:endParaRPr lang="en-US" dirty="0"/>
          </a:p>
        </p:txBody>
      </p:sp>
      <p:sp>
        <p:nvSpPr>
          <p:cNvPr id="11" name="Slide Number Placeholder 10" hidden="1">
            <a:extLst>
              <a:ext uri="{FF2B5EF4-FFF2-40B4-BE49-F238E27FC236}">
                <a16:creationId xmlns:a16="http://schemas.microsoft.com/office/drawing/2014/main" id="{F4BB077B-5178-4306-A596-17CDBFA21A56}"/>
              </a:ext>
            </a:extLst>
          </p:cNvPr>
          <p:cNvSpPr>
            <a:spLocks noGrp="1"/>
          </p:cNvSpPr>
          <p:nvPr>
            <p:ph type="sldNum" sz="quarter" idx="12"/>
            <p:custDataLst>
              <p:tags r:id="rId12"/>
            </p:custDataLst>
          </p:nvPr>
        </p:nvSpPr>
        <p:spPr/>
        <p:txBody>
          <a:bodyPr/>
          <a:lstStyle/>
          <a:p>
            <a:r>
              <a:rPr lang="en-US"/>
              <a:t> </a:t>
            </a:r>
            <a:endParaRPr lang="en-US" dirty="0"/>
          </a:p>
        </p:txBody>
      </p:sp>
      <p:sp>
        <p:nvSpPr>
          <p:cNvPr id="3" name="MIO_Placeholder_Mapping" hidden="1">
            <a:extLst>
              <a:ext uri="{FF2B5EF4-FFF2-40B4-BE49-F238E27FC236}">
                <a16:creationId xmlns:a16="http://schemas.microsoft.com/office/drawing/2014/main" id="{E4D23B78-ED4D-4135-B16E-F5097554D30C}"/>
              </a:ext>
            </a:extLst>
          </p:cNvPr>
          <p:cNvSpPr/>
          <p:nvPr userDrawn="1"/>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spTree>
  </p:cSld>
  <p:clrMapOvr>
    <a:masterClrMapping/>
  </p:clrMapOvr>
  <p:hf sldNum="0" hdr="0"/>
  <p:extLst>
    <p:ext uri="{DCECCB84-F9BA-43D5-87BE-67443E8EF086}">
      <p15:sldGuideLst xmlns:p15="http://schemas.microsoft.com/office/powerpoint/2012/main">
        <p15:guide id="2" orient="horz" pos="4020">
          <p15:clr>
            <a:srgbClr val="FBAE40"/>
          </p15:clr>
        </p15:guide>
        <p15:guide id="3" pos="7469">
          <p15:clr>
            <a:srgbClr val="FBAE40"/>
          </p15:clr>
        </p15:guide>
        <p15:guide id="4" pos="211">
          <p15:clr>
            <a:srgbClr val="FBAE40"/>
          </p15:clr>
        </p15:guide>
        <p15:guide id="15" orient="horz" pos="799">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 content">
    <p:spTree>
      <p:nvGrpSpPr>
        <p:cNvPr id="1" name=""/>
        <p:cNvGrpSpPr/>
        <p:nvPr/>
      </p:nvGrpSpPr>
      <p:grpSpPr>
        <a:xfrm>
          <a:off x="0" y="0"/>
          <a:ext cx="0" cy="0"/>
          <a:chOff x="0" y="0"/>
          <a:chExt cx="0" cy="0"/>
        </a:xfrm>
      </p:grpSpPr>
      <p:sp>
        <p:nvSpPr>
          <p:cNvPr id="8" name="empower_additionalText_placeholder" hidden="1">
            <a:extLst>
              <a:ext uri="{FF2B5EF4-FFF2-40B4-BE49-F238E27FC236}">
                <a16:creationId xmlns:a16="http://schemas.microsoft.com/office/drawing/2014/main" id="{9D9C4037-B0BC-4E62-B476-A41D0440655D}"/>
              </a:ext>
            </a:extLst>
          </p:cNvPr>
          <p:cNvSpPr txBox="1">
            <a:spLocks/>
          </p:cNvSpPr>
          <p:nvPr>
            <p:custDataLst>
              <p:tags r:id="rId1"/>
            </p:custDataLst>
          </p:nvPr>
        </p:nvSpPr>
        <p:spPr bwMode="auto">
          <a:xfrm>
            <a:off x="2531796" y="6489700"/>
            <a:ext cx="1728000" cy="361100"/>
          </a:xfrm>
          <a:prstGeom prst="rect">
            <a:avLst/>
          </a:prstGeom>
          <a:noFill/>
          <a:ln w="9525">
            <a:noFill/>
            <a:miter lim="800000"/>
            <a:headEnd/>
            <a:tailEnd/>
          </a:ln>
          <a:effectLst/>
        </p:spPr>
        <p:txBody>
          <a:bodyPr wrap="none" lIns="0" tIns="0" rIns="0" bIns="0" rtlCol="0" anchor="ctr" anchorCtr="0">
            <a:noAutofit/>
          </a:bodyPr>
          <a:lstStyle>
            <a:defPPr>
              <a:defRPr lang="en-US"/>
            </a:defPPr>
            <a:lvl1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defRPr sz="800" b="1" kern="0">
                <a:solidFill>
                  <a:srgbClr val="E30034"/>
                </a:solidFill>
                <a:latin typeface="Arial" panose="020B0604020202020204" pitchFamily="34" charset="0"/>
                <a:ea typeface="Verdana" pitchFamily="34" charset="0"/>
                <a:cs typeface="Arial" panose="020B0604020202020204" pitchFamily="34" charset="0"/>
              </a:defRPr>
            </a:lvl1pPr>
          </a:lstStyle>
          <a:p>
            <a:pPr lvl="0" algn="l"/>
            <a:endParaRPr lang="en-US" noProof="0">
              <a:solidFill>
                <a:schemeClr val="tx1"/>
              </a:solidFill>
              <a:latin typeface="+mn-lt"/>
              <a:ea typeface="+mn-ea"/>
              <a:cs typeface="+mn-cs"/>
            </a:endParaRPr>
          </a:p>
        </p:txBody>
      </p:sp>
      <p:sp>
        <p:nvSpPr>
          <p:cNvPr id="11" name="empower_document_placeholder" hidden="1">
            <a:extLst>
              <a:ext uri="{FF2B5EF4-FFF2-40B4-BE49-F238E27FC236}">
                <a16:creationId xmlns:a16="http://schemas.microsoft.com/office/drawing/2014/main" id="{7BEA6DD0-FBBB-494B-9C03-C447E71492A5}"/>
              </a:ext>
            </a:extLst>
          </p:cNvPr>
          <p:cNvSpPr txBox="1"/>
          <p:nvPr>
            <p:custDataLst>
              <p:tags r:id="rId2"/>
            </p:custDataLst>
          </p:nvPr>
        </p:nvSpPr>
        <p:spPr bwMode="auto">
          <a:xfrm rot="16200000">
            <a:off x="10757888" y="4960337"/>
            <a:ext cx="2592000" cy="250825"/>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700" kern="0" noProof="0">
                <a:solidFill>
                  <a:schemeClr val="tx1"/>
                </a:solidFill>
                <a:latin typeface="+mn-lt"/>
                <a:ea typeface="+mn-ea"/>
                <a:cs typeface="+mn-cs"/>
              </a:rPr>
              <a:t>[Owner:   Doc ID:   Vers.: ]</a:t>
            </a:r>
          </a:p>
        </p:txBody>
      </p:sp>
      <p:sp>
        <p:nvSpPr>
          <p:cNvPr id="13" name="empower_proprietary_placeholder" hidden="1">
            <a:extLst>
              <a:ext uri="{FF2B5EF4-FFF2-40B4-BE49-F238E27FC236}">
                <a16:creationId xmlns:a16="http://schemas.microsoft.com/office/drawing/2014/main" id="{295E96AB-B6AB-4A8B-A097-6438B2DA5C51}"/>
              </a:ext>
            </a:extLst>
          </p:cNvPr>
          <p:cNvSpPr txBox="1"/>
          <p:nvPr>
            <p:custDataLst>
              <p:tags r:id="rId3"/>
            </p:custDataLst>
          </p:nvPr>
        </p:nvSpPr>
        <p:spPr bwMode="auto">
          <a:xfrm>
            <a:off x="9444480" y="6489700"/>
            <a:ext cx="972000" cy="3611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Infineon Proprietary</a:t>
            </a:r>
          </a:p>
        </p:txBody>
      </p:sp>
      <p:sp>
        <p:nvSpPr>
          <p:cNvPr id="15" name="empower_draft_placeholder" hidden="1">
            <a:extLst>
              <a:ext uri="{FF2B5EF4-FFF2-40B4-BE49-F238E27FC236}">
                <a16:creationId xmlns:a16="http://schemas.microsoft.com/office/drawing/2014/main" id="{0B3EC6CF-5868-40BD-BF1B-882B13F49F5C}"/>
              </a:ext>
            </a:extLst>
          </p:cNvPr>
          <p:cNvSpPr txBox="1"/>
          <p:nvPr>
            <p:custDataLst>
              <p:tags r:id="rId4"/>
            </p:custDataLst>
          </p:nvPr>
        </p:nvSpPr>
        <p:spPr bwMode="auto">
          <a:xfrm>
            <a:off x="8761190" y="6489700"/>
            <a:ext cx="360362"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 DRAFT -</a:t>
            </a:r>
            <a:endParaRPr lang="en-US" sz="800" b="1" kern="0" noProof="0" dirty="0">
              <a:solidFill>
                <a:schemeClr val="tx2"/>
              </a:solidFill>
              <a:latin typeface="+mn-lt"/>
              <a:ea typeface="+mn-ea"/>
              <a:cs typeface="+mn-cs"/>
            </a:endParaRPr>
          </a:p>
        </p:txBody>
      </p:sp>
      <p:sp>
        <p:nvSpPr>
          <p:cNvPr id="17" name="empower_footer_placeholder">
            <a:extLst>
              <a:ext uri="{FF2B5EF4-FFF2-40B4-BE49-F238E27FC236}">
                <a16:creationId xmlns:a16="http://schemas.microsoft.com/office/drawing/2014/main" id="{FE09BAC5-F3BC-4C51-A794-098F4099C052}"/>
              </a:ext>
            </a:extLst>
          </p:cNvPr>
          <p:cNvSpPr txBox="1"/>
          <p:nvPr>
            <p:custDataLst>
              <p:tags r:id="rId5"/>
            </p:custDataLst>
          </p:nvPr>
        </p:nvSpPr>
        <p:spPr bwMode="auto">
          <a:xfrm>
            <a:off x="4547828" y="6489700"/>
            <a:ext cx="3096343" cy="361100"/>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GB" sz="800" kern="0" noProof="0">
                <a:solidFill>
                  <a:schemeClr val="tx1"/>
                </a:solidFill>
                <a:latin typeface="+mn-lt"/>
                <a:ea typeface="+mn-ea"/>
                <a:cs typeface="+mn-cs"/>
              </a:rPr>
              <a:t>Copyright © Infineon Technologies AG 2026. All rights reserved.</a:t>
            </a:r>
            <a:endParaRPr lang="en-US" sz="800" kern="0" noProof="0" dirty="0">
              <a:solidFill>
                <a:schemeClr val="tx1"/>
              </a:solidFill>
              <a:latin typeface="+mn-lt"/>
              <a:ea typeface="+mn-ea"/>
              <a:cs typeface="+mn-cs"/>
            </a:endParaRPr>
          </a:p>
        </p:txBody>
      </p:sp>
      <p:sp>
        <p:nvSpPr>
          <p:cNvPr id="19" name="empower_classification_attention_placeholder" hidden="1">
            <a:extLst>
              <a:ext uri="{FF2B5EF4-FFF2-40B4-BE49-F238E27FC236}">
                <a16:creationId xmlns:a16="http://schemas.microsoft.com/office/drawing/2014/main" id="{E695FB18-B641-433F-A03A-D58B93F377B4}"/>
              </a:ext>
            </a:extLst>
          </p:cNvPr>
          <p:cNvSpPr txBox="1"/>
          <p:nvPr>
            <p:custDataLst>
              <p:tags r:id="rId6"/>
            </p:custDataLst>
          </p:nvPr>
        </p:nvSpPr>
        <p:spPr bwMode="auto">
          <a:xfrm>
            <a:off x="1238188" y="6489700"/>
            <a:ext cx="971855"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Public</a:t>
            </a:r>
          </a:p>
        </p:txBody>
      </p:sp>
      <p:sp>
        <p:nvSpPr>
          <p:cNvPr id="21" name="empower_classification_placeholder">
            <a:extLst>
              <a:ext uri="{FF2B5EF4-FFF2-40B4-BE49-F238E27FC236}">
                <a16:creationId xmlns:a16="http://schemas.microsoft.com/office/drawing/2014/main" id="{6F76DDB4-3F8E-4A82-B473-4784C9B20BC1}"/>
              </a:ext>
            </a:extLst>
          </p:cNvPr>
          <p:cNvSpPr txBox="1"/>
          <p:nvPr>
            <p:custDataLst>
              <p:tags r:id="rId7"/>
            </p:custDataLst>
          </p:nvPr>
        </p:nvSpPr>
        <p:spPr bwMode="auto">
          <a:xfrm>
            <a:off x="1238188" y="6489700"/>
            <a:ext cx="973251"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Public</a:t>
            </a:r>
          </a:p>
        </p:txBody>
      </p:sp>
      <p:sp>
        <p:nvSpPr>
          <p:cNvPr id="23" name="empower_date_placeholder">
            <a:extLst>
              <a:ext uri="{FF2B5EF4-FFF2-40B4-BE49-F238E27FC236}">
                <a16:creationId xmlns:a16="http://schemas.microsoft.com/office/drawing/2014/main" id="{2C326E6F-F54B-4E77-BCF5-73E6B02466B0}"/>
              </a:ext>
            </a:extLst>
          </p:cNvPr>
          <p:cNvSpPr txBox="1"/>
          <p:nvPr>
            <p:custDataLst>
              <p:tags r:id="rId8"/>
            </p:custDataLst>
          </p:nvPr>
        </p:nvSpPr>
        <p:spPr bwMode="auto">
          <a:xfrm>
            <a:off x="334963" y="6489700"/>
            <a:ext cx="612000" cy="3611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a:solidFill>
                  <a:schemeClr val="tx1"/>
                </a:solidFill>
                <a:latin typeface="+mn-lt"/>
                <a:ea typeface="+mn-ea"/>
                <a:cs typeface="+mn-cs"/>
              </a:rPr>
              <a:t>2026-03-27</a:t>
            </a:r>
            <a:endParaRPr lang="en-US" sz="800" kern="0" noProof="0" dirty="0">
              <a:solidFill>
                <a:schemeClr val="tx1"/>
              </a:solidFill>
              <a:latin typeface="+mn-lt"/>
              <a:ea typeface="+mn-ea"/>
              <a:cs typeface="+mn-cs"/>
            </a:endParaRPr>
          </a:p>
        </p:txBody>
      </p:sp>
      <p:sp>
        <p:nvSpPr>
          <p:cNvPr id="7" name="Content"/>
          <p:cNvSpPr>
            <a:spLocks noGrp="1"/>
          </p:cNvSpPr>
          <p:nvPr>
            <p:ph sz="quarter" idx="13" hasCustomPrompt="1"/>
          </p:nvPr>
        </p:nvSpPr>
        <p:spPr>
          <a:xfrm>
            <a:off x="334800" y="1268414"/>
            <a:ext cx="11520000" cy="5113337"/>
          </a:xfrm>
          <a:prstGeom prst="rect">
            <a:avLst/>
          </a:prstGeo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itle">
            <a:extLst>
              <a:ext uri="{FF2B5EF4-FFF2-40B4-BE49-F238E27FC236}">
                <a16:creationId xmlns:a16="http://schemas.microsoft.com/office/drawing/2014/main" id="{2209D2CA-FDE2-4B12-9D75-213CCFE3FA9C}"/>
              </a:ext>
            </a:extLst>
          </p:cNvPr>
          <p:cNvSpPr>
            <a:spLocks noGrp="1"/>
          </p:cNvSpPr>
          <p:nvPr>
            <p:ph type="title" hasCustomPrompt="1"/>
          </p:nvPr>
        </p:nvSpPr>
        <p:spPr/>
        <p:txBody>
          <a:bodyPr/>
          <a:lstStyle>
            <a:lvl1pPr>
              <a:defRPr baseline="0">
                <a:latin typeface="+mj-lt"/>
                <a:ea typeface="+mj-ea"/>
                <a:cs typeface="+mj-cs"/>
              </a:defRPr>
            </a:lvl1pPr>
          </a:lstStyle>
          <a:p>
            <a:r>
              <a:rPr lang="en-US" noProof="0"/>
              <a:t>Click to edit title</a:t>
            </a:r>
          </a:p>
        </p:txBody>
      </p:sp>
      <p:sp>
        <p:nvSpPr>
          <p:cNvPr id="9" name="LOGO PROTECTION" hidden="1">
            <a:extLst>
              <a:ext uri="{FF2B5EF4-FFF2-40B4-BE49-F238E27FC236}">
                <a16:creationId xmlns:a16="http://schemas.microsoft.com/office/drawing/2014/main" id="{DF1FB678-4F92-45E5-9B25-2B5FE93A0952}"/>
              </a:ext>
            </a:extLst>
          </p:cNvPr>
          <p:cNvSpPr/>
          <p:nvPr>
            <p:custDataLst>
              <p:tags r:id="rId9"/>
            </p:custDataLst>
          </p:nvPr>
        </p:nvSpPr>
        <p:spPr bwMode="auto">
          <a:xfrm>
            <a:off x="10131283" y="1"/>
            <a:ext cx="2060717" cy="836712"/>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noProof="0">
              <a:latin typeface="+mn-lt"/>
              <a:ea typeface="+mn-ea"/>
              <a:cs typeface="+mn-cs"/>
            </a:endParaRPr>
          </a:p>
        </p:txBody>
      </p:sp>
      <p:sp>
        <p:nvSpPr>
          <p:cNvPr id="2" name="Date Placeholder 1" hidden="1">
            <a:extLst>
              <a:ext uri="{FF2B5EF4-FFF2-40B4-BE49-F238E27FC236}">
                <a16:creationId xmlns:a16="http://schemas.microsoft.com/office/drawing/2014/main" id="{17B8A1C3-E607-4E28-91A1-A973183FE78F}"/>
              </a:ext>
            </a:extLst>
          </p:cNvPr>
          <p:cNvSpPr>
            <a:spLocks noGrp="1"/>
          </p:cNvSpPr>
          <p:nvPr>
            <p:ph type="dt" sz="half" idx="14"/>
            <p:custDataLst>
              <p:tags r:id="rId10"/>
            </p:custDataLst>
          </p:nvPr>
        </p:nvSpPr>
        <p:spPr/>
        <p:txBody>
          <a:bodyPr/>
          <a:lstStyle/>
          <a:p>
            <a:r>
              <a:rPr lang="en-US" b="1"/>
              <a:t> </a:t>
            </a:r>
            <a:endParaRPr lang="en-US" b="1" dirty="0"/>
          </a:p>
        </p:txBody>
      </p:sp>
      <p:sp>
        <p:nvSpPr>
          <p:cNvPr id="10" name="Footer Placeholder 9" hidden="1">
            <a:extLst>
              <a:ext uri="{FF2B5EF4-FFF2-40B4-BE49-F238E27FC236}">
                <a16:creationId xmlns:a16="http://schemas.microsoft.com/office/drawing/2014/main" id="{6B901E0B-D453-4CEB-8C35-51C25A27F89D}"/>
              </a:ext>
            </a:extLst>
          </p:cNvPr>
          <p:cNvSpPr>
            <a:spLocks noGrp="1"/>
          </p:cNvSpPr>
          <p:nvPr>
            <p:ph type="ftr" sz="quarter" idx="15"/>
            <p:custDataLst>
              <p:tags r:id="rId11"/>
            </p:custDataLst>
          </p:nvPr>
        </p:nvSpPr>
        <p:spPr/>
        <p:txBody>
          <a:bodyPr/>
          <a:lstStyle/>
          <a:p>
            <a:endParaRPr lang="en-US" dirty="0"/>
          </a:p>
        </p:txBody>
      </p:sp>
      <p:sp>
        <p:nvSpPr>
          <p:cNvPr id="12" name="Slide Number Placeholder 11" hidden="1">
            <a:extLst>
              <a:ext uri="{FF2B5EF4-FFF2-40B4-BE49-F238E27FC236}">
                <a16:creationId xmlns:a16="http://schemas.microsoft.com/office/drawing/2014/main" id="{212E0C1A-F772-4C8C-B2E7-03887DA46ED9}"/>
              </a:ext>
            </a:extLst>
          </p:cNvPr>
          <p:cNvSpPr>
            <a:spLocks noGrp="1"/>
          </p:cNvSpPr>
          <p:nvPr>
            <p:ph type="sldNum" sz="quarter" idx="16"/>
            <p:custDataLst>
              <p:tags r:id="rId12"/>
            </p:custDataLst>
          </p:nvPr>
        </p:nvSpPr>
        <p:spPr/>
        <p:txBody>
          <a:bodyPr/>
          <a:lstStyle/>
          <a:p>
            <a:r>
              <a:rPr lang="en-US"/>
              <a:t> </a:t>
            </a:r>
            <a:endParaRPr lang="en-US" dirty="0"/>
          </a:p>
        </p:txBody>
      </p:sp>
      <p:sp>
        <p:nvSpPr>
          <p:cNvPr id="3" name="MIO_Placeholder_Mapping" hidden="1">
            <a:extLst>
              <a:ext uri="{FF2B5EF4-FFF2-40B4-BE49-F238E27FC236}">
                <a16:creationId xmlns:a16="http://schemas.microsoft.com/office/drawing/2014/main" id="{C0BE19B5-FA3E-481C-ACF3-046C2AA8A91D}"/>
              </a:ext>
            </a:extLst>
          </p:cNvPr>
          <p:cNvSpPr/>
          <p:nvPr userDrawn="1"/>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spTree>
  </p:cSld>
  <p:clrMapOvr>
    <a:masterClrMapping/>
  </p:clrMapOvr>
  <p:hf sldNum="0" hdr="0"/>
  <p:extLst>
    <p:ext uri="{DCECCB84-F9BA-43D5-87BE-67443E8EF086}">
      <p15:sldGuideLst xmlns:p15="http://schemas.microsoft.com/office/powerpoint/2012/main">
        <p15:guide id="1" pos="7469">
          <p15:clr>
            <a:srgbClr val="FBAE40"/>
          </p15:clr>
        </p15:guide>
        <p15:guide id="2" pos="211">
          <p15:clr>
            <a:srgbClr val="FBAE40"/>
          </p15:clr>
        </p15:guide>
        <p15:guide id="3" orient="horz" pos="799">
          <p15:clr>
            <a:srgbClr val="FBAE40"/>
          </p15:clr>
        </p15:guide>
        <p15:guide id="4" orient="horz" pos="402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2 contents">
    <p:spTree>
      <p:nvGrpSpPr>
        <p:cNvPr id="1" name=""/>
        <p:cNvGrpSpPr/>
        <p:nvPr/>
      </p:nvGrpSpPr>
      <p:grpSpPr>
        <a:xfrm>
          <a:off x="0" y="0"/>
          <a:ext cx="0" cy="0"/>
          <a:chOff x="0" y="0"/>
          <a:chExt cx="0" cy="0"/>
        </a:xfrm>
      </p:grpSpPr>
      <p:sp>
        <p:nvSpPr>
          <p:cNvPr id="10" name="empower_additionalText_placeholder" hidden="1">
            <a:extLst>
              <a:ext uri="{FF2B5EF4-FFF2-40B4-BE49-F238E27FC236}">
                <a16:creationId xmlns:a16="http://schemas.microsoft.com/office/drawing/2014/main" id="{FD35C554-56A1-4651-98F3-FC19B8770A8A}"/>
              </a:ext>
            </a:extLst>
          </p:cNvPr>
          <p:cNvSpPr txBox="1"/>
          <p:nvPr>
            <p:custDataLst>
              <p:tags r:id="rId1"/>
            </p:custDataLst>
          </p:nvPr>
        </p:nvSpPr>
        <p:spPr bwMode="auto">
          <a:xfrm>
            <a:off x="2531796" y="6489700"/>
            <a:ext cx="1728000" cy="361100"/>
          </a:xfrm>
          <a:prstGeom prst="rect">
            <a:avLst/>
          </a:prstGeom>
          <a:noFill/>
          <a:ln w="9525">
            <a:noFill/>
            <a:miter lim="800000"/>
            <a:headEnd/>
            <a:tailEnd/>
          </a:ln>
          <a:effectLst/>
        </p:spPr>
        <p:txBody>
          <a:bodyPr wrap="none" lIns="0" tIns="0" rIns="0" bIns="0" rtlCol="0" anchor="ctr" anchorCtr="0">
            <a:noAutofit/>
          </a:bodyPr>
          <a:lstStyle>
            <a:defPPr>
              <a:defRPr lang="en-US"/>
            </a:defPPr>
            <a:lvl1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defRPr sz="800" b="1" kern="0">
                <a:solidFill>
                  <a:srgbClr val="E30034"/>
                </a:solidFill>
                <a:latin typeface="Arial" panose="020B0604020202020204" pitchFamily="34" charset="0"/>
                <a:ea typeface="Verdana" pitchFamily="34" charset="0"/>
                <a:cs typeface="Arial" panose="020B0604020202020204" pitchFamily="34" charset="0"/>
              </a:defRPr>
            </a:lvl1pPr>
          </a:lstStyle>
          <a:p>
            <a:pPr lvl="0" algn="l"/>
            <a:endParaRPr lang="en-US" noProof="0">
              <a:solidFill>
                <a:schemeClr val="tx1"/>
              </a:solidFill>
              <a:latin typeface="+mn-lt"/>
              <a:ea typeface="+mn-ea"/>
              <a:cs typeface="+mn-cs"/>
            </a:endParaRPr>
          </a:p>
        </p:txBody>
      </p:sp>
      <p:sp>
        <p:nvSpPr>
          <p:cNvPr id="12" name="empower_document_placeholder" hidden="1">
            <a:extLst>
              <a:ext uri="{FF2B5EF4-FFF2-40B4-BE49-F238E27FC236}">
                <a16:creationId xmlns:a16="http://schemas.microsoft.com/office/drawing/2014/main" id="{4FA374A8-328C-4586-BEF8-CF0921FBF7D3}"/>
              </a:ext>
            </a:extLst>
          </p:cNvPr>
          <p:cNvSpPr txBox="1"/>
          <p:nvPr>
            <p:custDataLst>
              <p:tags r:id="rId2"/>
            </p:custDataLst>
          </p:nvPr>
        </p:nvSpPr>
        <p:spPr bwMode="auto">
          <a:xfrm rot="16200000">
            <a:off x="10757888" y="4960337"/>
            <a:ext cx="2592000" cy="250825"/>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700" kern="0" noProof="0">
                <a:solidFill>
                  <a:schemeClr val="tx1"/>
                </a:solidFill>
                <a:latin typeface="+mn-lt"/>
                <a:ea typeface="+mn-ea"/>
                <a:cs typeface="+mn-cs"/>
              </a:rPr>
              <a:t>[Owner:   Doc ID:   Vers.: ]</a:t>
            </a:r>
          </a:p>
        </p:txBody>
      </p:sp>
      <p:sp>
        <p:nvSpPr>
          <p:cNvPr id="14" name="empower_proprietary_placeholder" hidden="1">
            <a:extLst>
              <a:ext uri="{FF2B5EF4-FFF2-40B4-BE49-F238E27FC236}">
                <a16:creationId xmlns:a16="http://schemas.microsoft.com/office/drawing/2014/main" id="{AEB670C2-21D6-4210-BA37-DF3C9B9933BC}"/>
              </a:ext>
            </a:extLst>
          </p:cNvPr>
          <p:cNvSpPr txBox="1"/>
          <p:nvPr>
            <p:custDataLst>
              <p:tags r:id="rId3"/>
            </p:custDataLst>
          </p:nvPr>
        </p:nvSpPr>
        <p:spPr bwMode="auto">
          <a:xfrm>
            <a:off x="9444480" y="6489700"/>
            <a:ext cx="972000" cy="3611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Infineon Proprietary</a:t>
            </a:r>
            <a:endParaRPr lang="en-US" sz="800" b="1" kern="0" noProof="0" dirty="0">
              <a:solidFill>
                <a:schemeClr val="tx1"/>
              </a:solidFill>
              <a:latin typeface="+mn-lt"/>
              <a:ea typeface="+mn-ea"/>
              <a:cs typeface="+mn-cs"/>
            </a:endParaRPr>
          </a:p>
        </p:txBody>
      </p:sp>
      <p:sp>
        <p:nvSpPr>
          <p:cNvPr id="16" name="empower_draft_placeholder" hidden="1">
            <a:extLst>
              <a:ext uri="{FF2B5EF4-FFF2-40B4-BE49-F238E27FC236}">
                <a16:creationId xmlns:a16="http://schemas.microsoft.com/office/drawing/2014/main" id="{21B71886-0324-4B36-AA82-C90CF46385B2}"/>
              </a:ext>
            </a:extLst>
          </p:cNvPr>
          <p:cNvSpPr txBox="1"/>
          <p:nvPr>
            <p:custDataLst>
              <p:tags r:id="rId4"/>
            </p:custDataLst>
          </p:nvPr>
        </p:nvSpPr>
        <p:spPr bwMode="auto">
          <a:xfrm>
            <a:off x="8761190" y="6489700"/>
            <a:ext cx="360362"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 DRAFT -</a:t>
            </a:r>
            <a:endParaRPr lang="en-US" sz="800" b="1" kern="0" noProof="0" dirty="0">
              <a:solidFill>
                <a:schemeClr val="tx2"/>
              </a:solidFill>
              <a:latin typeface="+mn-lt"/>
              <a:ea typeface="+mn-ea"/>
              <a:cs typeface="+mn-cs"/>
            </a:endParaRPr>
          </a:p>
        </p:txBody>
      </p:sp>
      <p:sp>
        <p:nvSpPr>
          <p:cNvPr id="18" name="empower_footer_placeholder">
            <a:extLst>
              <a:ext uri="{FF2B5EF4-FFF2-40B4-BE49-F238E27FC236}">
                <a16:creationId xmlns:a16="http://schemas.microsoft.com/office/drawing/2014/main" id="{DC9834AE-8B30-477E-8C87-5F8E7D7B17A3}"/>
              </a:ext>
            </a:extLst>
          </p:cNvPr>
          <p:cNvSpPr txBox="1"/>
          <p:nvPr>
            <p:custDataLst>
              <p:tags r:id="rId5"/>
            </p:custDataLst>
          </p:nvPr>
        </p:nvSpPr>
        <p:spPr bwMode="auto">
          <a:xfrm>
            <a:off x="4547828" y="6489700"/>
            <a:ext cx="3096343" cy="361100"/>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GB" sz="800" kern="0" noProof="0">
                <a:solidFill>
                  <a:schemeClr val="tx1"/>
                </a:solidFill>
                <a:latin typeface="+mn-lt"/>
                <a:ea typeface="+mn-ea"/>
                <a:cs typeface="+mn-cs"/>
              </a:rPr>
              <a:t>Copyright © Infineon Technologies AG 2026. All rights reserved.</a:t>
            </a:r>
            <a:endParaRPr lang="en-US" sz="800" kern="0" noProof="0" dirty="0">
              <a:solidFill>
                <a:schemeClr val="tx1"/>
              </a:solidFill>
              <a:latin typeface="+mn-lt"/>
              <a:ea typeface="+mn-ea"/>
              <a:cs typeface="+mn-cs"/>
            </a:endParaRPr>
          </a:p>
        </p:txBody>
      </p:sp>
      <p:sp>
        <p:nvSpPr>
          <p:cNvPr id="20" name="empower_classification_attention_placeholder" hidden="1">
            <a:extLst>
              <a:ext uri="{FF2B5EF4-FFF2-40B4-BE49-F238E27FC236}">
                <a16:creationId xmlns:a16="http://schemas.microsoft.com/office/drawing/2014/main" id="{B5FD8F85-4CB3-489A-86B2-4ABCB308F30D}"/>
              </a:ext>
            </a:extLst>
          </p:cNvPr>
          <p:cNvSpPr txBox="1"/>
          <p:nvPr>
            <p:custDataLst>
              <p:tags r:id="rId6"/>
            </p:custDataLst>
          </p:nvPr>
        </p:nvSpPr>
        <p:spPr bwMode="auto">
          <a:xfrm>
            <a:off x="1238188" y="6489700"/>
            <a:ext cx="971855"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Public</a:t>
            </a:r>
          </a:p>
        </p:txBody>
      </p:sp>
      <p:sp>
        <p:nvSpPr>
          <p:cNvPr id="22" name="empower_classification_placeholder">
            <a:extLst>
              <a:ext uri="{FF2B5EF4-FFF2-40B4-BE49-F238E27FC236}">
                <a16:creationId xmlns:a16="http://schemas.microsoft.com/office/drawing/2014/main" id="{A254D557-505E-4B08-8C5B-DEA083728C5A}"/>
              </a:ext>
            </a:extLst>
          </p:cNvPr>
          <p:cNvSpPr txBox="1"/>
          <p:nvPr>
            <p:custDataLst>
              <p:tags r:id="rId7"/>
            </p:custDataLst>
          </p:nvPr>
        </p:nvSpPr>
        <p:spPr bwMode="auto">
          <a:xfrm>
            <a:off x="1238188" y="6489700"/>
            <a:ext cx="973251"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Public</a:t>
            </a:r>
            <a:endParaRPr lang="en-US" sz="800" b="1" kern="0" noProof="0" dirty="0">
              <a:solidFill>
                <a:schemeClr val="tx1"/>
              </a:solidFill>
              <a:latin typeface="+mn-lt"/>
              <a:ea typeface="+mn-ea"/>
              <a:cs typeface="+mn-cs"/>
            </a:endParaRPr>
          </a:p>
        </p:txBody>
      </p:sp>
      <p:sp>
        <p:nvSpPr>
          <p:cNvPr id="24" name="empower_date_placeholder">
            <a:extLst>
              <a:ext uri="{FF2B5EF4-FFF2-40B4-BE49-F238E27FC236}">
                <a16:creationId xmlns:a16="http://schemas.microsoft.com/office/drawing/2014/main" id="{6E3D16E2-B858-4F89-B7A0-119FBFC70810}"/>
              </a:ext>
            </a:extLst>
          </p:cNvPr>
          <p:cNvSpPr txBox="1"/>
          <p:nvPr>
            <p:custDataLst>
              <p:tags r:id="rId8"/>
            </p:custDataLst>
          </p:nvPr>
        </p:nvSpPr>
        <p:spPr bwMode="auto">
          <a:xfrm>
            <a:off x="334963" y="6489700"/>
            <a:ext cx="612000" cy="3611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a:solidFill>
                  <a:schemeClr val="tx1"/>
                </a:solidFill>
                <a:latin typeface="+mn-lt"/>
                <a:ea typeface="+mn-ea"/>
                <a:cs typeface="+mn-cs"/>
              </a:rPr>
              <a:t>2026-03-27</a:t>
            </a:r>
            <a:endParaRPr lang="en-US" sz="800" kern="0" noProof="0" dirty="0">
              <a:solidFill>
                <a:schemeClr val="tx1"/>
              </a:solidFill>
              <a:latin typeface="+mn-lt"/>
              <a:ea typeface="+mn-ea"/>
              <a:cs typeface="+mn-cs"/>
            </a:endParaRPr>
          </a:p>
        </p:txBody>
      </p:sp>
      <p:sp>
        <p:nvSpPr>
          <p:cNvPr id="7" name="Content Left"/>
          <p:cNvSpPr>
            <a:spLocks noGrp="1"/>
          </p:cNvSpPr>
          <p:nvPr>
            <p:ph sz="quarter" idx="13" hasCustomPrompt="1"/>
          </p:nvPr>
        </p:nvSpPr>
        <p:spPr>
          <a:xfrm>
            <a:off x="334800" y="1268414"/>
            <a:ext cx="5688000" cy="5113337"/>
          </a:xfrm>
          <a:prstGeom prst="rect">
            <a:avLst/>
          </a:prstGeo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Content Right"/>
          <p:cNvSpPr>
            <a:spLocks noGrp="1"/>
          </p:cNvSpPr>
          <p:nvPr>
            <p:ph sz="quarter" idx="14" hasCustomPrompt="1"/>
          </p:nvPr>
        </p:nvSpPr>
        <p:spPr>
          <a:xfrm>
            <a:off x="6167439" y="1268414"/>
            <a:ext cx="5689202" cy="5113337"/>
          </a:xfrm>
          <a:prstGeom prst="rect">
            <a:avLst/>
          </a:prstGeo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dirty="0"/>
              <a:t>Click to edit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Title">
            <a:extLst>
              <a:ext uri="{FF2B5EF4-FFF2-40B4-BE49-F238E27FC236}">
                <a16:creationId xmlns:a16="http://schemas.microsoft.com/office/drawing/2014/main" id="{373E7DFD-EB78-498B-97A4-CE06BA4BEC4D}"/>
              </a:ext>
            </a:extLst>
          </p:cNvPr>
          <p:cNvSpPr>
            <a:spLocks noGrp="1"/>
          </p:cNvSpPr>
          <p:nvPr>
            <p:ph type="title" hasCustomPrompt="1"/>
          </p:nvPr>
        </p:nvSpPr>
        <p:spPr/>
        <p:txBody>
          <a:bodyPr/>
          <a:lstStyle>
            <a:lvl1pPr>
              <a:defRPr baseline="0">
                <a:latin typeface="+mj-lt"/>
                <a:ea typeface="+mj-ea"/>
                <a:cs typeface="+mj-cs"/>
              </a:defRPr>
            </a:lvl1pPr>
          </a:lstStyle>
          <a:p>
            <a:r>
              <a:rPr lang="en-US" noProof="0"/>
              <a:t>Click to edit title</a:t>
            </a:r>
          </a:p>
        </p:txBody>
      </p:sp>
      <p:sp>
        <p:nvSpPr>
          <p:cNvPr id="8" name="LOGO PROTECTION" hidden="1">
            <a:extLst>
              <a:ext uri="{FF2B5EF4-FFF2-40B4-BE49-F238E27FC236}">
                <a16:creationId xmlns:a16="http://schemas.microsoft.com/office/drawing/2014/main" id="{D623209F-EEBF-4451-AF99-363F6EA35F67}"/>
              </a:ext>
            </a:extLst>
          </p:cNvPr>
          <p:cNvSpPr/>
          <p:nvPr>
            <p:custDataLst>
              <p:tags r:id="rId9"/>
            </p:custDataLst>
          </p:nvPr>
        </p:nvSpPr>
        <p:spPr bwMode="auto">
          <a:xfrm>
            <a:off x="10131283" y="1"/>
            <a:ext cx="2060717" cy="836712"/>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noProof="0">
              <a:latin typeface="+mn-lt"/>
              <a:ea typeface="+mn-ea"/>
              <a:cs typeface="+mn-cs"/>
            </a:endParaRPr>
          </a:p>
        </p:txBody>
      </p:sp>
      <p:sp>
        <p:nvSpPr>
          <p:cNvPr id="2" name="Date Placeholder 1" hidden="1">
            <a:extLst>
              <a:ext uri="{FF2B5EF4-FFF2-40B4-BE49-F238E27FC236}">
                <a16:creationId xmlns:a16="http://schemas.microsoft.com/office/drawing/2014/main" id="{9850AB63-C5F5-4BA2-A73E-BB668324B70F}"/>
              </a:ext>
            </a:extLst>
          </p:cNvPr>
          <p:cNvSpPr>
            <a:spLocks noGrp="1"/>
          </p:cNvSpPr>
          <p:nvPr>
            <p:ph type="dt" sz="half" idx="15"/>
            <p:custDataLst>
              <p:tags r:id="rId10"/>
            </p:custDataLst>
          </p:nvPr>
        </p:nvSpPr>
        <p:spPr/>
        <p:txBody>
          <a:bodyPr/>
          <a:lstStyle/>
          <a:p>
            <a:r>
              <a:rPr lang="en-US" b="1"/>
              <a:t> </a:t>
            </a:r>
            <a:endParaRPr lang="en-US" b="1" dirty="0"/>
          </a:p>
        </p:txBody>
      </p:sp>
      <p:sp>
        <p:nvSpPr>
          <p:cNvPr id="11" name="Footer Placeholder 10" hidden="1">
            <a:extLst>
              <a:ext uri="{FF2B5EF4-FFF2-40B4-BE49-F238E27FC236}">
                <a16:creationId xmlns:a16="http://schemas.microsoft.com/office/drawing/2014/main" id="{ED18627F-EDFA-45CA-A572-C60F0E37473A}"/>
              </a:ext>
            </a:extLst>
          </p:cNvPr>
          <p:cNvSpPr>
            <a:spLocks noGrp="1"/>
          </p:cNvSpPr>
          <p:nvPr>
            <p:ph type="ftr" sz="quarter" idx="16"/>
            <p:custDataLst>
              <p:tags r:id="rId11"/>
            </p:custDataLst>
          </p:nvPr>
        </p:nvSpPr>
        <p:spPr/>
        <p:txBody>
          <a:bodyPr/>
          <a:lstStyle/>
          <a:p>
            <a:endParaRPr lang="en-US" dirty="0"/>
          </a:p>
        </p:txBody>
      </p:sp>
      <p:sp>
        <p:nvSpPr>
          <p:cNvPr id="13" name="Slide Number Placeholder 12" hidden="1">
            <a:extLst>
              <a:ext uri="{FF2B5EF4-FFF2-40B4-BE49-F238E27FC236}">
                <a16:creationId xmlns:a16="http://schemas.microsoft.com/office/drawing/2014/main" id="{E2FA0071-6D08-45B0-AF4E-22BFCF09E76B}"/>
              </a:ext>
            </a:extLst>
          </p:cNvPr>
          <p:cNvSpPr>
            <a:spLocks noGrp="1"/>
          </p:cNvSpPr>
          <p:nvPr>
            <p:ph type="sldNum" sz="quarter" idx="17"/>
            <p:custDataLst>
              <p:tags r:id="rId12"/>
            </p:custDataLst>
          </p:nvPr>
        </p:nvSpPr>
        <p:spPr/>
        <p:txBody>
          <a:bodyPr/>
          <a:lstStyle/>
          <a:p>
            <a:r>
              <a:rPr lang="en-US"/>
              <a:t> </a:t>
            </a:r>
            <a:endParaRPr lang="en-US" dirty="0"/>
          </a:p>
        </p:txBody>
      </p:sp>
      <p:sp>
        <p:nvSpPr>
          <p:cNvPr id="3" name="MIO_Placeholder_Mapping" hidden="1">
            <a:extLst>
              <a:ext uri="{FF2B5EF4-FFF2-40B4-BE49-F238E27FC236}">
                <a16:creationId xmlns:a16="http://schemas.microsoft.com/office/drawing/2014/main" id="{673026AB-61DE-4BDA-8F8E-CCC68BAAE095}"/>
              </a:ext>
            </a:extLst>
          </p:cNvPr>
          <p:cNvSpPr/>
          <p:nvPr userDrawn="1"/>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spTree>
  </p:cSld>
  <p:clrMapOvr>
    <a:masterClrMapping/>
  </p:clrMapOvr>
  <p:hf sldNum="0" hdr="0"/>
  <p:extLst>
    <p:ext uri="{DCECCB84-F9BA-43D5-87BE-67443E8EF086}">
      <p15:sldGuideLst xmlns:p15="http://schemas.microsoft.com/office/powerpoint/2012/main">
        <p15:guide id="1" pos="3885">
          <p15:clr>
            <a:srgbClr val="FBAE40"/>
          </p15:clr>
        </p15:guide>
        <p15:guide id="2" pos="7469">
          <p15:clr>
            <a:srgbClr val="FBAE40"/>
          </p15:clr>
        </p15:guide>
        <p15:guide id="3" pos="3795">
          <p15:clr>
            <a:srgbClr val="FBAE40"/>
          </p15:clr>
        </p15:guide>
        <p15:guide id="4" pos="211">
          <p15:clr>
            <a:srgbClr val="FBAE40"/>
          </p15:clr>
        </p15:guide>
        <p15:guide id="5" orient="horz" pos="799">
          <p15:clr>
            <a:srgbClr val="FBAE40"/>
          </p15:clr>
        </p15:guide>
        <p15:guide id="6" orient="horz" pos="402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Section 1">
    <p:spTree>
      <p:nvGrpSpPr>
        <p:cNvPr id="1" name=""/>
        <p:cNvGrpSpPr/>
        <p:nvPr/>
      </p:nvGrpSpPr>
      <p:grpSpPr>
        <a:xfrm>
          <a:off x="0" y="0"/>
          <a:ext cx="0" cy="0"/>
          <a:chOff x="0" y="0"/>
          <a:chExt cx="0" cy="0"/>
        </a:xfrm>
      </p:grpSpPr>
      <p:sp>
        <p:nvSpPr>
          <p:cNvPr id="6" name="Background White"/>
          <p:cNvSpPr/>
          <p:nvPr/>
        </p:nvSpPr>
        <p:spPr bwMode="auto">
          <a:xfrm>
            <a:off x="0" y="810000"/>
            <a:ext cx="12191998" cy="6048000"/>
          </a:xfrm>
          <a:prstGeom prst="rect">
            <a:avLst/>
          </a:prstGeom>
          <a:solidFill>
            <a:schemeClr val="bg1"/>
          </a:solidFill>
          <a:ln w="9525">
            <a:noFill/>
            <a:miter lim="800000"/>
            <a:headEnd/>
            <a:tailEnd/>
          </a:ln>
        </p:spPr>
        <p:txBody>
          <a:bodyPr wrap="square" lIns="96000" tIns="96000" rIns="96000" bIns="96000" rtlCol="0" anchor="ctr"/>
          <a:lstStyle/>
          <a:p>
            <a:pPr algn="ctr" eaLnBrk="0" hangingPunct="0"/>
            <a:endParaRPr lang="en-US" sz="2133" baseline="0" noProof="0">
              <a:latin typeface="+mn-lt"/>
              <a:ea typeface="+mn-ea"/>
              <a:cs typeface="+mn-cs"/>
            </a:endParaRPr>
          </a:p>
        </p:txBody>
      </p:sp>
      <p:sp>
        <p:nvSpPr>
          <p:cNvPr id="2" name="Crystal Shape">
            <a:extLst>
              <a:ext uri="{FF2B5EF4-FFF2-40B4-BE49-F238E27FC236}">
                <a16:creationId xmlns:a16="http://schemas.microsoft.com/office/drawing/2014/main" id="{3FBBF7BF-BA7F-647C-39AB-CEDA0092AA91}"/>
              </a:ext>
            </a:extLst>
          </p:cNvPr>
          <p:cNvSpPr/>
          <p:nvPr userDrawn="1"/>
        </p:nvSpPr>
        <p:spPr>
          <a:xfrm rot="5400000">
            <a:off x="1207129" y="-1234005"/>
            <a:ext cx="6878637" cy="9330464"/>
          </a:xfrm>
          <a:custGeom>
            <a:avLst/>
            <a:gdLst>
              <a:gd name="connsiteX0" fmla="*/ 0 w 6870543"/>
              <a:gd name="connsiteY0" fmla="*/ 727877 h 5591944"/>
              <a:gd name="connsiteX1" fmla="*/ 1726296 w 6870543"/>
              <a:gd name="connsiteY1" fmla="*/ 0 h 5591944"/>
              <a:gd name="connsiteX2" fmla="*/ 6870543 w 6870543"/>
              <a:gd name="connsiteY2" fmla="*/ 1136853 h 5591944"/>
              <a:gd name="connsiteX3" fmla="*/ 6870543 w 6870543"/>
              <a:gd name="connsiteY3" fmla="*/ 5591944 h 5591944"/>
              <a:gd name="connsiteX4" fmla="*/ 0 w 6870543"/>
              <a:gd name="connsiteY4" fmla="*/ 5591944 h 5591944"/>
              <a:gd name="connsiteX5" fmla="*/ 0 w 6870543"/>
              <a:gd name="connsiteY5" fmla="*/ 727877 h 5591944"/>
              <a:gd name="connsiteX0" fmla="*/ 0 w 6870545"/>
              <a:gd name="connsiteY0" fmla="*/ 727877 h 9322375"/>
              <a:gd name="connsiteX1" fmla="*/ 1726296 w 6870545"/>
              <a:gd name="connsiteY1" fmla="*/ 0 h 9322375"/>
              <a:gd name="connsiteX2" fmla="*/ 6870543 w 6870545"/>
              <a:gd name="connsiteY2" fmla="*/ 1136853 h 9322375"/>
              <a:gd name="connsiteX3" fmla="*/ 6870545 w 6870545"/>
              <a:gd name="connsiteY3" fmla="*/ 9322375 h 9322375"/>
              <a:gd name="connsiteX4" fmla="*/ 0 w 6870545"/>
              <a:gd name="connsiteY4" fmla="*/ 5591944 h 9322375"/>
              <a:gd name="connsiteX5" fmla="*/ 0 w 6870545"/>
              <a:gd name="connsiteY5" fmla="*/ 727877 h 9322375"/>
              <a:gd name="connsiteX0" fmla="*/ 8092 w 6878637"/>
              <a:gd name="connsiteY0" fmla="*/ 727877 h 9330464"/>
              <a:gd name="connsiteX1" fmla="*/ 1734388 w 6878637"/>
              <a:gd name="connsiteY1" fmla="*/ 0 h 9330464"/>
              <a:gd name="connsiteX2" fmla="*/ 6878635 w 6878637"/>
              <a:gd name="connsiteY2" fmla="*/ 1136853 h 9330464"/>
              <a:gd name="connsiteX3" fmla="*/ 6878637 w 6878637"/>
              <a:gd name="connsiteY3" fmla="*/ 9322375 h 9330464"/>
              <a:gd name="connsiteX4" fmla="*/ 0 w 6878637"/>
              <a:gd name="connsiteY4" fmla="*/ 9330464 h 9330464"/>
              <a:gd name="connsiteX5" fmla="*/ 8092 w 6878637"/>
              <a:gd name="connsiteY5" fmla="*/ 727877 h 9330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78637" h="9330464">
                <a:moveTo>
                  <a:pt x="8092" y="727877"/>
                </a:moveTo>
                <a:lnTo>
                  <a:pt x="1734388" y="0"/>
                </a:lnTo>
                <a:lnTo>
                  <a:pt x="6878635" y="1136853"/>
                </a:lnTo>
                <a:cubicBezTo>
                  <a:pt x="6878636" y="3865360"/>
                  <a:pt x="6878636" y="6593868"/>
                  <a:pt x="6878637" y="9322375"/>
                </a:cubicBezTo>
                <a:lnTo>
                  <a:pt x="0" y="9330464"/>
                </a:lnTo>
                <a:cubicBezTo>
                  <a:pt x="2697" y="6462935"/>
                  <a:pt x="5395" y="3595406"/>
                  <a:pt x="8092" y="727877"/>
                </a:cubicBezTo>
                <a:close/>
              </a:path>
            </a:pathLst>
          </a:custGeom>
          <a:solidFill>
            <a:srgbClr val="0A8276"/>
          </a:solidFill>
          <a:ln w="11542" cap="flat">
            <a:noFill/>
            <a:prstDash val="solid"/>
            <a:miter/>
          </a:ln>
        </p:spPr>
        <p:txBody>
          <a:bodyPr rtlCol="0" anchor="ctr"/>
          <a:lstStyle/>
          <a:p>
            <a:endParaRPr lang="de-DE"/>
          </a:p>
        </p:txBody>
      </p:sp>
      <p:sp>
        <p:nvSpPr>
          <p:cNvPr id="8" name="Title">
            <a:extLst>
              <a:ext uri="{FF2B5EF4-FFF2-40B4-BE49-F238E27FC236}">
                <a16:creationId xmlns:a16="http://schemas.microsoft.com/office/drawing/2014/main" id="{F95C3DD4-2582-4776-B0CC-687FF5436469}"/>
              </a:ext>
            </a:extLst>
          </p:cNvPr>
          <p:cNvSpPr>
            <a:spLocks noGrp="1"/>
          </p:cNvSpPr>
          <p:nvPr>
            <p:ph type="title" hasCustomPrompt="1"/>
          </p:nvPr>
        </p:nvSpPr>
        <p:spPr>
          <a:xfrm>
            <a:off x="335360" y="2134800"/>
            <a:ext cx="8137525" cy="683369"/>
          </a:xfrm>
        </p:spPr>
        <p:txBody>
          <a:bodyPr bIns="0"/>
          <a:lstStyle>
            <a:lvl1pPr>
              <a:defRPr sz="3600" baseline="0">
                <a:solidFill>
                  <a:schemeClr val="bg1"/>
                </a:solidFill>
                <a:latin typeface="+mj-lt"/>
                <a:ea typeface="+mj-ea"/>
                <a:cs typeface="+mj-cs"/>
              </a:defRPr>
            </a:lvl1pPr>
          </a:lstStyle>
          <a:p>
            <a:r>
              <a:rPr lang="en-US" noProof="0" dirty="0"/>
              <a:t>Click to enter Section</a:t>
            </a:r>
          </a:p>
        </p:txBody>
      </p:sp>
      <p:sp>
        <p:nvSpPr>
          <p:cNvPr id="5" name="LOGO PROTECTION" hidden="1">
            <a:extLst>
              <a:ext uri="{FF2B5EF4-FFF2-40B4-BE49-F238E27FC236}">
                <a16:creationId xmlns:a16="http://schemas.microsoft.com/office/drawing/2014/main" id="{D0048F1C-4756-47EC-8B66-DB56E576453D}"/>
              </a:ext>
            </a:extLst>
          </p:cNvPr>
          <p:cNvSpPr/>
          <p:nvPr>
            <p:custDataLst>
              <p:tags r:id="rId1"/>
            </p:custDataLst>
          </p:nvPr>
        </p:nvSpPr>
        <p:spPr bwMode="auto">
          <a:xfrm>
            <a:off x="10131283" y="1"/>
            <a:ext cx="2060717" cy="836712"/>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15" name="MIO_AGENDA_IGNORE_NAVIGATION" hidden="1">
            <a:extLst>
              <a:ext uri="{FF2B5EF4-FFF2-40B4-BE49-F238E27FC236}">
                <a16:creationId xmlns:a16="http://schemas.microsoft.com/office/drawing/2014/main" id="{33FB814B-5214-4193-99B5-0E31D6690784}"/>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19" name="MIO_AGENDA_IGNORE_CHAPTER_REFERENCE" hidden="1">
            <a:extLst>
              <a:ext uri="{FF2B5EF4-FFF2-40B4-BE49-F238E27FC236}">
                <a16:creationId xmlns:a16="http://schemas.microsoft.com/office/drawing/2014/main" id="{524067FF-9067-40E5-ABF5-E79653E2B17D}"/>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7" name="Date Placeholder 6" hidden="1">
            <a:extLst>
              <a:ext uri="{FF2B5EF4-FFF2-40B4-BE49-F238E27FC236}">
                <a16:creationId xmlns:a16="http://schemas.microsoft.com/office/drawing/2014/main" id="{0949F6EC-C7FD-4272-87A0-1C0174E09327}"/>
              </a:ext>
            </a:extLst>
          </p:cNvPr>
          <p:cNvSpPr>
            <a:spLocks noGrp="1"/>
          </p:cNvSpPr>
          <p:nvPr>
            <p:ph type="dt" sz="half" idx="10"/>
            <p:custDataLst>
              <p:tags r:id="rId2"/>
            </p:custDataLst>
          </p:nvPr>
        </p:nvSpPr>
        <p:spPr/>
        <p:txBody>
          <a:bodyPr/>
          <a:lstStyle/>
          <a:p>
            <a:r>
              <a:rPr lang="en-US" b="1"/>
              <a:t> </a:t>
            </a:r>
            <a:endParaRPr lang="en-US" b="1" dirty="0"/>
          </a:p>
        </p:txBody>
      </p:sp>
      <p:sp>
        <p:nvSpPr>
          <p:cNvPr id="9" name="Footer Placeholder 8" hidden="1">
            <a:extLst>
              <a:ext uri="{FF2B5EF4-FFF2-40B4-BE49-F238E27FC236}">
                <a16:creationId xmlns:a16="http://schemas.microsoft.com/office/drawing/2014/main" id="{44ED5823-C4CB-420B-B80B-942E31DCE162}"/>
              </a:ext>
            </a:extLst>
          </p:cNvPr>
          <p:cNvSpPr>
            <a:spLocks noGrp="1"/>
          </p:cNvSpPr>
          <p:nvPr>
            <p:ph type="ftr" sz="quarter" idx="11"/>
            <p:custDataLst>
              <p:tags r:id="rId3"/>
            </p:custDataLst>
          </p:nvPr>
        </p:nvSpPr>
        <p:spPr/>
        <p:txBody>
          <a:bodyPr/>
          <a:lstStyle/>
          <a:p>
            <a:endParaRPr lang="en-US" dirty="0"/>
          </a:p>
        </p:txBody>
      </p:sp>
      <p:sp>
        <p:nvSpPr>
          <p:cNvPr id="18" name="Slide Number Placeholder 17" hidden="1">
            <a:extLst>
              <a:ext uri="{FF2B5EF4-FFF2-40B4-BE49-F238E27FC236}">
                <a16:creationId xmlns:a16="http://schemas.microsoft.com/office/drawing/2014/main" id="{4B1B9C5C-1639-4FEF-865D-BFEAD6451E85}"/>
              </a:ext>
            </a:extLst>
          </p:cNvPr>
          <p:cNvSpPr>
            <a:spLocks noGrp="1"/>
          </p:cNvSpPr>
          <p:nvPr>
            <p:ph type="sldNum" sz="quarter" idx="12"/>
            <p:custDataLst>
              <p:tags r:id="rId4"/>
            </p:custDataLst>
          </p:nvPr>
        </p:nvSpPr>
        <p:spPr/>
        <p:txBody>
          <a:bodyPr/>
          <a:lstStyle/>
          <a:p>
            <a:r>
              <a:rPr lang="en-US"/>
              <a:t> </a:t>
            </a:r>
            <a:endParaRPr lang="en-US" dirty="0"/>
          </a:p>
        </p:txBody>
      </p:sp>
      <p:sp>
        <p:nvSpPr>
          <p:cNvPr id="3" name="MIO_Placeholder_Mapping" hidden="1">
            <a:extLst>
              <a:ext uri="{FF2B5EF4-FFF2-40B4-BE49-F238E27FC236}">
                <a16:creationId xmlns:a16="http://schemas.microsoft.com/office/drawing/2014/main" id="{E4554E90-4FD5-45B2-A49A-214245B7F6D7}"/>
              </a:ext>
            </a:extLst>
          </p:cNvPr>
          <p:cNvSpPr/>
          <p:nvPr userDrawn="1"/>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spTree>
    <p:extLst>
      <p:ext uri="{BB962C8B-B14F-4D97-AF65-F5344CB8AC3E}">
        <p14:creationId xmlns:p14="http://schemas.microsoft.com/office/powerpoint/2010/main" val="987074326"/>
      </p:ext>
    </p:extLst>
  </p:cSld>
  <p:clrMapOvr>
    <a:masterClrMapping/>
  </p:clrMapOvr>
  <p:hf sldNum="0" hdr="0"/>
  <p:extLst>
    <p:ext uri="{DCECCB84-F9BA-43D5-87BE-67443E8EF086}">
      <p15:sldGuideLst xmlns:p15="http://schemas.microsoft.com/office/powerpoint/2012/main">
        <p15:guide id="1" pos="5337">
          <p15:clr>
            <a:srgbClr val="FBAE40"/>
          </p15:clr>
        </p15:guide>
        <p15:guide id="2" pos="211">
          <p15:clr>
            <a:srgbClr val="FBAE40"/>
          </p15:clr>
        </p15:guide>
        <p15:guide id="3" orient="horz" pos="1344">
          <p15:clr>
            <a:srgbClr val="FBAE40"/>
          </p15:clr>
        </p15:guide>
        <p15:guide id="4" orient="horz" pos="177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Section 2">
    <p:spTree>
      <p:nvGrpSpPr>
        <p:cNvPr id="1" name=""/>
        <p:cNvGrpSpPr/>
        <p:nvPr/>
      </p:nvGrpSpPr>
      <p:grpSpPr>
        <a:xfrm>
          <a:off x="0" y="0"/>
          <a:ext cx="0" cy="0"/>
          <a:chOff x="0" y="0"/>
          <a:chExt cx="0" cy="0"/>
        </a:xfrm>
      </p:grpSpPr>
      <p:sp>
        <p:nvSpPr>
          <p:cNvPr id="6" name="Background White"/>
          <p:cNvSpPr/>
          <p:nvPr/>
        </p:nvSpPr>
        <p:spPr bwMode="auto">
          <a:xfrm>
            <a:off x="0" y="810000"/>
            <a:ext cx="12191998" cy="6048000"/>
          </a:xfrm>
          <a:prstGeom prst="rect">
            <a:avLst/>
          </a:prstGeom>
          <a:solidFill>
            <a:schemeClr val="bg1"/>
          </a:solidFill>
          <a:ln w="9525">
            <a:noFill/>
            <a:miter lim="800000"/>
            <a:headEnd/>
            <a:tailEnd/>
          </a:ln>
        </p:spPr>
        <p:txBody>
          <a:bodyPr wrap="square" lIns="96000" tIns="96000" rIns="96000" bIns="96000" rtlCol="0" anchor="ctr"/>
          <a:lstStyle/>
          <a:p>
            <a:pPr algn="ctr" eaLnBrk="0" hangingPunct="0"/>
            <a:endParaRPr lang="en-US" sz="2133" baseline="0" noProof="0">
              <a:latin typeface="+mn-lt"/>
              <a:ea typeface="+mn-ea"/>
              <a:cs typeface="+mn-cs"/>
            </a:endParaRPr>
          </a:p>
        </p:txBody>
      </p:sp>
      <p:sp>
        <p:nvSpPr>
          <p:cNvPr id="16" name="Crystal Shape">
            <a:extLst>
              <a:ext uri="{FF2B5EF4-FFF2-40B4-BE49-F238E27FC236}">
                <a16:creationId xmlns:a16="http://schemas.microsoft.com/office/drawing/2014/main" id="{63F28C96-D1D9-271E-B326-A1C4DC6BC78F}"/>
              </a:ext>
            </a:extLst>
          </p:cNvPr>
          <p:cNvSpPr/>
          <p:nvPr userDrawn="1"/>
        </p:nvSpPr>
        <p:spPr>
          <a:xfrm rot="16200000">
            <a:off x="6866258" y="1532259"/>
            <a:ext cx="6857999" cy="3793483"/>
          </a:xfrm>
          <a:custGeom>
            <a:avLst/>
            <a:gdLst>
              <a:gd name="connsiteX0" fmla="*/ 6857999 w 6857999"/>
              <a:gd name="connsiteY0" fmla="*/ 1129077 h 3793483"/>
              <a:gd name="connsiteX1" fmla="*/ 6857999 w 6857999"/>
              <a:gd name="connsiteY1" fmla="*/ 3792536 h 3793483"/>
              <a:gd name="connsiteX2" fmla="*/ 0 w 6857999"/>
              <a:gd name="connsiteY2" fmla="*/ 3793483 h 3793483"/>
              <a:gd name="connsiteX3" fmla="*/ 0 w 6857999"/>
              <a:gd name="connsiteY3" fmla="*/ 729579 h 3793483"/>
              <a:gd name="connsiteX4" fmla="*/ 1748945 w 6857999"/>
              <a:gd name="connsiteY4" fmla="*/ 0 h 37934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7999" h="3793483">
                <a:moveTo>
                  <a:pt x="6857999" y="1129077"/>
                </a:moveTo>
                <a:lnTo>
                  <a:pt x="6857999" y="3792536"/>
                </a:lnTo>
                <a:lnTo>
                  <a:pt x="0" y="3793483"/>
                </a:lnTo>
                <a:lnTo>
                  <a:pt x="0" y="729579"/>
                </a:lnTo>
                <a:lnTo>
                  <a:pt x="1748945" y="0"/>
                </a:lnTo>
                <a:close/>
              </a:path>
            </a:pathLst>
          </a:custGeom>
          <a:solidFill>
            <a:srgbClr val="0A8276"/>
          </a:solidFill>
          <a:ln w="11542" cap="flat">
            <a:noFill/>
            <a:prstDash val="solid"/>
            <a:miter/>
          </a:ln>
        </p:spPr>
        <p:txBody>
          <a:bodyPr wrap="square" rtlCol="0" anchor="ctr">
            <a:noAutofit/>
          </a:bodyPr>
          <a:lstStyle/>
          <a:p>
            <a:endParaRPr lang="de-DE" dirty="0"/>
          </a:p>
        </p:txBody>
      </p:sp>
      <p:sp>
        <p:nvSpPr>
          <p:cNvPr id="8" name="Title">
            <a:extLst>
              <a:ext uri="{FF2B5EF4-FFF2-40B4-BE49-F238E27FC236}">
                <a16:creationId xmlns:a16="http://schemas.microsoft.com/office/drawing/2014/main" id="{F95C3DD4-2582-4776-B0CC-687FF5436469}"/>
              </a:ext>
            </a:extLst>
          </p:cNvPr>
          <p:cNvSpPr>
            <a:spLocks noGrp="1"/>
          </p:cNvSpPr>
          <p:nvPr>
            <p:ph type="title" hasCustomPrompt="1"/>
          </p:nvPr>
        </p:nvSpPr>
        <p:spPr>
          <a:xfrm>
            <a:off x="335360" y="2134800"/>
            <a:ext cx="8137525" cy="683369"/>
          </a:xfrm>
        </p:spPr>
        <p:txBody>
          <a:bodyPr bIns="0"/>
          <a:lstStyle>
            <a:lvl1pPr>
              <a:defRPr sz="3600" baseline="0">
                <a:solidFill>
                  <a:schemeClr val="tx2"/>
                </a:solidFill>
                <a:latin typeface="+mj-lt"/>
                <a:ea typeface="+mj-ea"/>
                <a:cs typeface="+mj-cs"/>
              </a:defRPr>
            </a:lvl1pPr>
          </a:lstStyle>
          <a:p>
            <a:r>
              <a:rPr lang="en-US" noProof="0" dirty="0"/>
              <a:t>Click to enter Section</a:t>
            </a:r>
          </a:p>
        </p:txBody>
      </p:sp>
      <p:sp>
        <p:nvSpPr>
          <p:cNvPr id="15" name="MIO_AGENDA_IGNORE_NAVIGATION" hidden="1">
            <a:extLst>
              <a:ext uri="{FF2B5EF4-FFF2-40B4-BE49-F238E27FC236}">
                <a16:creationId xmlns:a16="http://schemas.microsoft.com/office/drawing/2014/main" id="{33FB814B-5214-4193-99B5-0E31D6690784}"/>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19" name="MIO_AGENDA_IGNORE_CHAPTER_REFERENCE" hidden="1">
            <a:extLst>
              <a:ext uri="{FF2B5EF4-FFF2-40B4-BE49-F238E27FC236}">
                <a16:creationId xmlns:a16="http://schemas.microsoft.com/office/drawing/2014/main" id="{524067FF-9067-40E5-ABF5-E79653E2B17D}"/>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7" name="Date Placeholder 6" hidden="1">
            <a:extLst>
              <a:ext uri="{FF2B5EF4-FFF2-40B4-BE49-F238E27FC236}">
                <a16:creationId xmlns:a16="http://schemas.microsoft.com/office/drawing/2014/main" id="{0949F6EC-C7FD-4272-87A0-1C0174E09327}"/>
              </a:ext>
            </a:extLst>
          </p:cNvPr>
          <p:cNvSpPr>
            <a:spLocks noGrp="1"/>
          </p:cNvSpPr>
          <p:nvPr>
            <p:ph type="dt" sz="half" idx="10"/>
            <p:custDataLst>
              <p:tags r:id="rId1"/>
            </p:custDataLst>
          </p:nvPr>
        </p:nvSpPr>
        <p:spPr/>
        <p:txBody>
          <a:bodyPr/>
          <a:lstStyle/>
          <a:p>
            <a:r>
              <a:rPr lang="en-US" b="1"/>
              <a:t> </a:t>
            </a:r>
            <a:endParaRPr lang="en-US" b="1" dirty="0"/>
          </a:p>
        </p:txBody>
      </p:sp>
      <p:sp>
        <p:nvSpPr>
          <p:cNvPr id="9" name="Footer Placeholder 8" hidden="1">
            <a:extLst>
              <a:ext uri="{FF2B5EF4-FFF2-40B4-BE49-F238E27FC236}">
                <a16:creationId xmlns:a16="http://schemas.microsoft.com/office/drawing/2014/main" id="{44ED5823-C4CB-420B-B80B-942E31DCE162}"/>
              </a:ext>
            </a:extLst>
          </p:cNvPr>
          <p:cNvSpPr>
            <a:spLocks noGrp="1"/>
          </p:cNvSpPr>
          <p:nvPr>
            <p:ph type="ftr" sz="quarter" idx="11"/>
            <p:custDataLst>
              <p:tags r:id="rId2"/>
            </p:custDataLst>
          </p:nvPr>
        </p:nvSpPr>
        <p:spPr/>
        <p:txBody>
          <a:bodyPr/>
          <a:lstStyle/>
          <a:p>
            <a:endParaRPr lang="en-US" dirty="0"/>
          </a:p>
        </p:txBody>
      </p:sp>
      <p:sp>
        <p:nvSpPr>
          <p:cNvPr id="18" name="Slide Number Placeholder 17" hidden="1">
            <a:extLst>
              <a:ext uri="{FF2B5EF4-FFF2-40B4-BE49-F238E27FC236}">
                <a16:creationId xmlns:a16="http://schemas.microsoft.com/office/drawing/2014/main" id="{4B1B9C5C-1639-4FEF-865D-BFEAD6451E85}"/>
              </a:ext>
            </a:extLst>
          </p:cNvPr>
          <p:cNvSpPr>
            <a:spLocks noGrp="1"/>
          </p:cNvSpPr>
          <p:nvPr>
            <p:ph type="sldNum" sz="quarter" idx="12"/>
            <p:custDataLst>
              <p:tags r:id="rId3"/>
            </p:custDataLst>
          </p:nvPr>
        </p:nvSpPr>
        <p:spPr/>
        <p:txBody>
          <a:bodyPr/>
          <a:lstStyle/>
          <a:p>
            <a:r>
              <a:rPr lang="en-US"/>
              <a:t> </a:t>
            </a:r>
            <a:endParaRPr lang="en-US" dirty="0"/>
          </a:p>
        </p:txBody>
      </p:sp>
      <p:pic>
        <p:nvPicPr>
          <p:cNvPr id="14" name="LOGO">
            <a:extLst>
              <a:ext uri="{FF2B5EF4-FFF2-40B4-BE49-F238E27FC236}">
                <a16:creationId xmlns:a16="http://schemas.microsoft.com/office/drawing/2014/main" id="{E2919660-0784-4B00-9836-7A6951590970}"/>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0659042" y="193689"/>
            <a:ext cx="1207447" cy="528057"/>
          </a:xfrm>
          <a:prstGeom prst="rect">
            <a:avLst/>
          </a:prstGeom>
        </p:spPr>
      </p:pic>
    </p:spTree>
    <p:extLst>
      <p:ext uri="{BB962C8B-B14F-4D97-AF65-F5344CB8AC3E}">
        <p14:creationId xmlns:p14="http://schemas.microsoft.com/office/powerpoint/2010/main" val="114647271"/>
      </p:ext>
    </p:extLst>
  </p:cSld>
  <p:clrMapOvr>
    <a:masterClrMapping/>
  </p:clrMapOvr>
  <p:hf sldNum="0" hdr="0"/>
  <p:extLst>
    <p:ext uri="{DCECCB84-F9BA-43D5-87BE-67443E8EF086}">
      <p15:sldGuideLst xmlns:p15="http://schemas.microsoft.com/office/powerpoint/2012/main">
        <p15:guide id="1" pos="5337">
          <p15:clr>
            <a:srgbClr val="FBAE40"/>
          </p15:clr>
        </p15:guide>
        <p15:guide id="2" pos="211">
          <p15:clr>
            <a:srgbClr val="FBAE40"/>
          </p15:clr>
        </p15:guide>
        <p15:guide id="3" orient="horz" pos="1344">
          <p15:clr>
            <a:srgbClr val="FBAE40"/>
          </p15:clr>
        </p15:guide>
        <p15:guide id="4" orient="horz" pos="177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4 contents">
    <p:spTree>
      <p:nvGrpSpPr>
        <p:cNvPr id="1" name=""/>
        <p:cNvGrpSpPr/>
        <p:nvPr/>
      </p:nvGrpSpPr>
      <p:grpSpPr>
        <a:xfrm>
          <a:off x="0" y="0"/>
          <a:ext cx="0" cy="0"/>
          <a:chOff x="0" y="0"/>
          <a:chExt cx="0" cy="0"/>
        </a:xfrm>
      </p:grpSpPr>
      <p:sp>
        <p:nvSpPr>
          <p:cNvPr id="12" name="empower_additionalText_placeholder" hidden="1">
            <a:extLst>
              <a:ext uri="{FF2B5EF4-FFF2-40B4-BE49-F238E27FC236}">
                <a16:creationId xmlns:a16="http://schemas.microsoft.com/office/drawing/2014/main" id="{8B1B7AE2-264A-4900-9F60-CC5615C90F03}"/>
              </a:ext>
            </a:extLst>
          </p:cNvPr>
          <p:cNvSpPr txBox="1"/>
          <p:nvPr>
            <p:custDataLst>
              <p:tags r:id="rId1"/>
            </p:custDataLst>
          </p:nvPr>
        </p:nvSpPr>
        <p:spPr bwMode="auto">
          <a:xfrm>
            <a:off x="2531796" y="6489341"/>
            <a:ext cx="1728000" cy="361459"/>
          </a:xfrm>
          <a:prstGeom prst="rect">
            <a:avLst/>
          </a:prstGeom>
          <a:noFill/>
          <a:ln w="9525">
            <a:noFill/>
            <a:miter lim="800000"/>
            <a:headEnd/>
            <a:tailEnd/>
          </a:ln>
          <a:effectLst/>
        </p:spPr>
        <p:txBody>
          <a:bodyPr wrap="none" lIns="0" tIns="0" rIns="0" bIns="0" rtlCol="0" anchor="ctr" anchorCtr="0">
            <a:noAutofit/>
          </a:bodyPr>
          <a:lstStyle>
            <a:defPPr>
              <a:defRPr lang="en-US"/>
            </a:defPPr>
            <a:lvl1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defRPr sz="800" b="1" kern="0">
                <a:solidFill>
                  <a:srgbClr val="E30034"/>
                </a:solidFill>
                <a:latin typeface="Arial" panose="020B0604020202020204" pitchFamily="34" charset="0"/>
                <a:ea typeface="Verdana" pitchFamily="34" charset="0"/>
                <a:cs typeface="Arial" panose="020B0604020202020204" pitchFamily="34" charset="0"/>
              </a:defRPr>
            </a:lvl1pPr>
          </a:lstStyle>
          <a:p>
            <a:pPr lvl="0" algn="l"/>
            <a:endParaRPr lang="en-US" noProof="0">
              <a:solidFill>
                <a:schemeClr val="tx1"/>
              </a:solidFill>
              <a:latin typeface="+mn-lt"/>
              <a:ea typeface="+mn-ea"/>
              <a:cs typeface="+mn-cs"/>
            </a:endParaRPr>
          </a:p>
        </p:txBody>
      </p:sp>
      <p:sp>
        <p:nvSpPr>
          <p:cNvPr id="10" name="empower_document_placeholder" hidden="1">
            <a:extLst>
              <a:ext uri="{FF2B5EF4-FFF2-40B4-BE49-F238E27FC236}">
                <a16:creationId xmlns:a16="http://schemas.microsoft.com/office/drawing/2014/main" id="{F2DD26D5-8427-4844-992F-AA5F995450F6}"/>
              </a:ext>
            </a:extLst>
          </p:cNvPr>
          <p:cNvSpPr txBox="1"/>
          <p:nvPr>
            <p:custDataLst>
              <p:tags r:id="rId2"/>
            </p:custDataLst>
          </p:nvPr>
        </p:nvSpPr>
        <p:spPr bwMode="auto">
          <a:xfrm rot="16200000">
            <a:off x="10757888" y="4960337"/>
            <a:ext cx="2592000" cy="250825"/>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700" kern="0" noProof="0">
                <a:solidFill>
                  <a:schemeClr val="tx1"/>
                </a:solidFill>
                <a:latin typeface="+mn-lt"/>
                <a:ea typeface="+mn-ea"/>
                <a:cs typeface="+mn-cs"/>
              </a:rPr>
              <a:t>[Owner:   Doc ID:   Vers.: ]</a:t>
            </a:r>
          </a:p>
        </p:txBody>
      </p:sp>
      <p:sp>
        <p:nvSpPr>
          <p:cNvPr id="16" name="empower_proprietary_placeholder" hidden="1">
            <a:extLst>
              <a:ext uri="{FF2B5EF4-FFF2-40B4-BE49-F238E27FC236}">
                <a16:creationId xmlns:a16="http://schemas.microsoft.com/office/drawing/2014/main" id="{879A7BCC-64D2-4276-855E-685546620EF5}"/>
              </a:ext>
            </a:extLst>
          </p:cNvPr>
          <p:cNvSpPr txBox="1"/>
          <p:nvPr>
            <p:custDataLst>
              <p:tags r:id="rId3"/>
            </p:custDataLst>
          </p:nvPr>
        </p:nvSpPr>
        <p:spPr bwMode="auto">
          <a:xfrm>
            <a:off x="9444480" y="6489341"/>
            <a:ext cx="972000" cy="361459"/>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Infineon Proprietary</a:t>
            </a:r>
          </a:p>
        </p:txBody>
      </p:sp>
      <p:sp>
        <p:nvSpPr>
          <p:cNvPr id="18" name="empower_draft_placeholder" hidden="1">
            <a:extLst>
              <a:ext uri="{FF2B5EF4-FFF2-40B4-BE49-F238E27FC236}">
                <a16:creationId xmlns:a16="http://schemas.microsoft.com/office/drawing/2014/main" id="{B8FD1BFA-BD00-4A1A-9BEE-984BDA7A1385}"/>
              </a:ext>
            </a:extLst>
          </p:cNvPr>
          <p:cNvSpPr txBox="1"/>
          <p:nvPr>
            <p:custDataLst>
              <p:tags r:id="rId4"/>
            </p:custDataLst>
          </p:nvPr>
        </p:nvSpPr>
        <p:spPr bwMode="auto">
          <a:xfrm>
            <a:off x="8761190" y="6489341"/>
            <a:ext cx="360362" cy="361459"/>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rtl="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 DRAFT -</a:t>
            </a:r>
            <a:endParaRPr lang="en-US" sz="800" b="1" kern="0" noProof="0" dirty="0">
              <a:solidFill>
                <a:schemeClr val="tx2"/>
              </a:solidFill>
              <a:latin typeface="+mn-lt"/>
              <a:ea typeface="+mn-ea"/>
              <a:cs typeface="+mn-cs"/>
            </a:endParaRPr>
          </a:p>
        </p:txBody>
      </p:sp>
      <p:sp>
        <p:nvSpPr>
          <p:cNvPr id="20" name="empower_footer_placeholder">
            <a:extLst>
              <a:ext uri="{FF2B5EF4-FFF2-40B4-BE49-F238E27FC236}">
                <a16:creationId xmlns:a16="http://schemas.microsoft.com/office/drawing/2014/main" id="{C0C951CC-CB9B-43AC-8395-FB2751814E0F}"/>
              </a:ext>
            </a:extLst>
          </p:cNvPr>
          <p:cNvSpPr txBox="1"/>
          <p:nvPr>
            <p:custDataLst>
              <p:tags r:id="rId5"/>
            </p:custDataLst>
          </p:nvPr>
        </p:nvSpPr>
        <p:spPr bwMode="auto">
          <a:xfrm>
            <a:off x="4547828" y="6489341"/>
            <a:ext cx="3096343" cy="361459"/>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GB" sz="800" kern="0" noProof="0">
                <a:solidFill>
                  <a:schemeClr val="tx1"/>
                </a:solidFill>
                <a:latin typeface="+mn-lt"/>
                <a:ea typeface="+mn-ea"/>
                <a:cs typeface="+mn-cs"/>
              </a:rPr>
              <a:t>Copyright © Infineon Technologies AG 2026. All rights reserved.</a:t>
            </a:r>
            <a:endParaRPr lang="en-US" sz="800" kern="0" noProof="0" dirty="0">
              <a:solidFill>
                <a:schemeClr val="tx1"/>
              </a:solidFill>
              <a:latin typeface="+mn-lt"/>
              <a:ea typeface="+mn-ea"/>
              <a:cs typeface="+mn-cs"/>
            </a:endParaRPr>
          </a:p>
        </p:txBody>
      </p:sp>
      <p:sp>
        <p:nvSpPr>
          <p:cNvPr id="22" name="empower_classification_attention_placeholder" hidden="1">
            <a:extLst>
              <a:ext uri="{FF2B5EF4-FFF2-40B4-BE49-F238E27FC236}">
                <a16:creationId xmlns:a16="http://schemas.microsoft.com/office/drawing/2014/main" id="{0FDEE340-AE14-4EB2-8F0B-840A5F5E2FB9}"/>
              </a:ext>
            </a:extLst>
          </p:cNvPr>
          <p:cNvSpPr txBox="1"/>
          <p:nvPr>
            <p:custDataLst>
              <p:tags r:id="rId6"/>
            </p:custDataLst>
          </p:nvPr>
        </p:nvSpPr>
        <p:spPr bwMode="auto">
          <a:xfrm>
            <a:off x="1238188" y="6489341"/>
            <a:ext cx="971855" cy="361459"/>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rtl="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Public</a:t>
            </a:r>
          </a:p>
        </p:txBody>
      </p:sp>
      <p:sp>
        <p:nvSpPr>
          <p:cNvPr id="24" name="empower_classification_placeholder">
            <a:extLst>
              <a:ext uri="{FF2B5EF4-FFF2-40B4-BE49-F238E27FC236}">
                <a16:creationId xmlns:a16="http://schemas.microsoft.com/office/drawing/2014/main" id="{3F4900C8-0A39-4B02-8E0A-398AAC4831BF}"/>
              </a:ext>
            </a:extLst>
          </p:cNvPr>
          <p:cNvSpPr txBox="1">
            <a:spLocks/>
          </p:cNvSpPr>
          <p:nvPr>
            <p:custDataLst>
              <p:tags r:id="rId7"/>
            </p:custDataLst>
          </p:nvPr>
        </p:nvSpPr>
        <p:spPr bwMode="auto">
          <a:xfrm>
            <a:off x="1238188" y="6489341"/>
            <a:ext cx="973251" cy="361459"/>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Public</a:t>
            </a:r>
          </a:p>
        </p:txBody>
      </p:sp>
      <p:sp>
        <p:nvSpPr>
          <p:cNvPr id="26" name="empower_date_placeholder">
            <a:extLst>
              <a:ext uri="{FF2B5EF4-FFF2-40B4-BE49-F238E27FC236}">
                <a16:creationId xmlns:a16="http://schemas.microsoft.com/office/drawing/2014/main" id="{A1158698-11CA-4310-AAEA-81BFB74C7A4D}"/>
              </a:ext>
            </a:extLst>
          </p:cNvPr>
          <p:cNvSpPr txBox="1"/>
          <p:nvPr>
            <p:custDataLst>
              <p:tags r:id="rId8"/>
            </p:custDataLst>
          </p:nvPr>
        </p:nvSpPr>
        <p:spPr bwMode="auto">
          <a:xfrm>
            <a:off x="334963" y="6489341"/>
            <a:ext cx="612000" cy="361459"/>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a:solidFill>
                  <a:schemeClr val="tx1"/>
                </a:solidFill>
                <a:latin typeface="+mn-lt"/>
                <a:ea typeface="+mn-ea"/>
                <a:cs typeface="+mn-cs"/>
              </a:rPr>
              <a:t>2026-03-27</a:t>
            </a:r>
          </a:p>
        </p:txBody>
      </p:sp>
      <p:sp>
        <p:nvSpPr>
          <p:cNvPr id="7" name="Content Top Left"/>
          <p:cNvSpPr>
            <a:spLocks noGrp="1"/>
          </p:cNvSpPr>
          <p:nvPr>
            <p:ph sz="quarter" idx="13" hasCustomPrompt="1"/>
          </p:nvPr>
        </p:nvSpPr>
        <p:spPr>
          <a:xfrm>
            <a:off x="334800" y="1268412"/>
            <a:ext cx="5688000" cy="2340000"/>
          </a:xfrm>
          <a:prstGeom prst="rect">
            <a:avLst/>
          </a:prstGeo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Content Top Right"/>
          <p:cNvSpPr>
            <a:spLocks noGrp="1"/>
          </p:cNvSpPr>
          <p:nvPr>
            <p:ph sz="quarter" idx="14" hasCustomPrompt="1"/>
          </p:nvPr>
        </p:nvSpPr>
        <p:spPr>
          <a:xfrm>
            <a:off x="6166799" y="1268412"/>
            <a:ext cx="5688000" cy="2340000"/>
          </a:xfrm>
          <a:prstGeom prst="rect">
            <a:avLst/>
          </a:prstGeo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Content Bottom Left"/>
          <p:cNvSpPr>
            <a:spLocks noGrp="1"/>
          </p:cNvSpPr>
          <p:nvPr>
            <p:ph sz="quarter" idx="15" hasCustomPrompt="1"/>
          </p:nvPr>
        </p:nvSpPr>
        <p:spPr>
          <a:xfrm>
            <a:off x="334800" y="3860801"/>
            <a:ext cx="5688000" cy="2520951"/>
          </a:xfrm>
          <a:prstGeom prst="rect">
            <a:avLst/>
          </a:prstGeo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dirty="0"/>
              <a:t>Click to edit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3" name="Content Bottom Right"/>
          <p:cNvSpPr>
            <a:spLocks noGrp="1"/>
          </p:cNvSpPr>
          <p:nvPr>
            <p:ph sz="quarter" idx="16" hasCustomPrompt="1"/>
          </p:nvPr>
        </p:nvSpPr>
        <p:spPr>
          <a:xfrm>
            <a:off x="6166799" y="3860801"/>
            <a:ext cx="5688000" cy="2520951"/>
          </a:xfrm>
          <a:prstGeom prst="rect">
            <a:avLst/>
          </a:prstGeo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itle">
            <a:extLst>
              <a:ext uri="{FF2B5EF4-FFF2-40B4-BE49-F238E27FC236}">
                <a16:creationId xmlns:a16="http://schemas.microsoft.com/office/drawing/2014/main" id="{74034893-5E9F-45A3-8C16-98C9F6C02B8F}"/>
              </a:ext>
            </a:extLst>
          </p:cNvPr>
          <p:cNvSpPr>
            <a:spLocks noGrp="1"/>
          </p:cNvSpPr>
          <p:nvPr>
            <p:ph type="title" hasCustomPrompt="1"/>
          </p:nvPr>
        </p:nvSpPr>
        <p:spPr/>
        <p:txBody>
          <a:bodyPr/>
          <a:lstStyle>
            <a:lvl1pPr>
              <a:defRPr baseline="0">
                <a:latin typeface="+mj-lt"/>
                <a:ea typeface="+mj-ea"/>
                <a:cs typeface="+mj-cs"/>
              </a:defRPr>
            </a:lvl1pPr>
          </a:lstStyle>
          <a:p>
            <a:r>
              <a:rPr lang="en-US" noProof="0"/>
              <a:t>Click to edit title</a:t>
            </a:r>
          </a:p>
        </p:txBody>
      </p:sp>
      <p:sp>
        <p:nvSpPr>
          <p:cNvPr id="8" name="LOGO PROTECTION" hidden="1">
            <a:extLst>
              <a:ext uri="{FF2B5EF4-FFF2-40B4-BE49-F238E27FC236}">
                <a16:creationId xmlns:a16="http://schemas.microsoft.com/office/drawing/2014/main" id="{4ED1F400-5A94-4F05-84F8-53C80E7C434C}"/>
              </a:ext>
            </a:extLst>
          </p:cNvPr>
          <p:cNvSpPr/>
          <p:nvPr>
            <p:custDataLst>
              <p:tags r:id="rId9"/>
            </p:custDataLst>
          </p:nvPr>
        </p:nvSpPr>
        <p:spPr bwMode="auto">
          <a:xfrm>
            <a:off x="10131283" y="1"/>
            <a:ext cx="2060717" cy="836712"/>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noProof="0">
              <a:latin typeface="+mn-lt"/>
              <a:ea typeface="+mn-ea"/>
              <a:cs typeface="+mn-cs"/>
            </a:endParaRPr>
          </a:p>
        </p:txBody>
      </p:sp>
      <p:sp>
        <p:nvSpPr>
          <p:cNvPr id="2" name="Date Placeholder 1" hidden="1">
            <a:extLst>
              <a:ext uri="{FF2B5EF4-FFF2-40B4-BE49-F238E27FC236}">
                <a16:creationId xmlns:a16="http://schemas.microsoft.com/office/drawing/2014/main" id="{17C8E721-6FC1-4A4E-9559-945024071571}"/>
              </a:ext>
            </a:extLst>
          </p:cNvPr>
          <p:cNvSpPr>
            <a:spLocks noGrp="1"/>
          </p:cNvSpPr>
          <p:nvPr>
            <p:ph type="dt" sz="half" idx="17"/>
            <p:custDataLst>
              <p:tags r:id="rId10"/>
            </p:custDataLst>
          </p:nvPr>
        </p:nvSpPr>
        <p:spPr/>
        <p:txBody>
          <a:bodyPr/>
          <a:lstStyle/>
          <a:p>
            <a:r>
              <a:rPr lang="en-US" b="1"/>
              <a:t> </a:t>
            </a:r>
            <a:endParaRPr lang="en-US" b="1" dirty="0"/>
          </a:p>
        </p:txBody>
      </p:sp>
      <p:sp>
        <p:nvSpPr>
          <p:cNvPr id="14" name="Footer Placeholder 13" hidden="1">
            <a:extLst>
              <a:ext uri="{FF2B5EF4-FFF2-40B4-BE49-F238E27FC236}">
                <a16:creationId xmlns:a16="http://schemas.microsoft.com/office/drawing/2014/main" id="{89885E48-72F6-4042-BF62-A49ACDF10504}"/>
              </a:ext>
            </a:extLst>
          </p:cNvPr>
          <p:cNvSpPr>
            <a:spLocks noGrp="1"/>
          </p:cNvSpPr>
          <p:nvPr>
            <p:ph type="ftr" sz="quarter" idx="18"/>
            <p:custDataLst>
              <p:tags r:id="rId11"/>
            </p:custDataLst>
          </p:nvPr>
        </p:nvSpPr>
        <p:spPr/>
        <p:txBody>
          <a:bodyPr/>
          <a:lstStyle/>
          <a:p>
            <a:endParaRPr lang="en-US" dirty="0"/>
          </a:p>
        </p:txBody>
      </p:sp>
      <p:sp>
        <p:nvSpPr>
          <p:cNvPr id="15" name="Slide Number Placeholder 14" hidden="1">
            <a:extLst>
              <a:ext uri="{FF2B5EF4-FFF2-40B4-BE49-F238E27FC236}">
                <a16:creationId xmlns:a16="http://schemas.microsoft.com/office/drawing/2014/main" id="{0242B527-F278-4C5E-9E24-C19CDFEB73B1}"/>
              </a:ext>
            </a:extLst>
          </p:cNvPr>
          <p:cNvSpPr>
            <a:spLocks noGrp="1"/>
          </p:cNvSpPr>
          <p:nvPr>
            <p:ph type="sldNum" sz="quarter" idx="19"/>
            <p:custDataLst>
              <p:tags r:id="rId12"/>
            </p:custDataLst>
          </p:nvPr>
        </p:nvSpPr>
        <p:spPr/>
        <p:txBody>
          <a:bodyPr/>
          <a:lstStyle/>
          <a:p>
            <a:r>
              <a:rPr lang="en-US"/>
              <a:t> </a:t>
            </a:r>
            <a:endParaRPr lang="en-US" dirty="0"/>
          </a:p>
        </p:txBody>
      </p:sp>
      <p:sp>
        <p:nvSpPr>
          <p:cNvPr id="3" name="MIO_Placeholder_Mapping" hidden="1">
            <a:extLst>
              <a:ext uri="{FF2B5EF4-FFF2-40B4-BE49-F238E27FC236}">
                <a16:creationId xmlns:a16="http://schemas.microsoft.com/office/drawing/2014/main" id="{C4E976BE-C7DE-4FCF-9535-07568046A13E}"/>
              </a:ext>
            </a:extLst>
          </p:cNvPr>
          <p:cNvSpPr/>
          <p:nvPr userDrawn="1"/>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spTree>
  </p:cSld>
  <p:clrMapOvr>
    <a:masterClrMapping/>
  </p:clrMapOvr>
  <p:hf sldNum="0" hdr="0"/>
  <p:extLst>
    <p:ext uri="{DCECCB84-F9BA-43D5-87BE-67443E8EF086}">
      <p15:sldGuideLst xmlns:p15="http://schemas.microsoft.com/office/powerpoint/2012/main">
        <p15:guide id="1" pos="3795">
          <p15:clr>
            <a:srgbClr val="FBAE40"/>
          </p15:clr>
        </p15:guide>
        <p15:guide id="2" pos="211">
          <p15:clr>
            <a:srgbClr val="FBAE40"/>
          </p15:clr>
        </p15:guide>
        <p15:guide id="3" pos="3885">
          <p15:clr>
            <a:srgbClr val="FBAE40"/>
          </p15:clr>
        </p15:guide>
        <p15:guide id="4" pos="7469">
          <p15:clr>
            <a:srgbClr val="FBAE40"/>
          </p15:clr>
        </p15:guide>
        <p15:guide id="5" orient="horz" pos="799">
          <p15:clr>
            <a:srgbClr val="FBAE40"/>
          </p15:clr>
        </p15:guide>
        <p15:guide id="6" orient="horz" pos="4020">
          <p15:clr>
            <a:srgbClr val="FBAE40"/>
          </p15:clr>
        </p15:guide>
        <p15:guide id="7" orient="horz" pos="2273">
          <p15:clr>
            <a:srgbClr val="FBAE40"/>
          </p15:clr>
        </p15:guide>
        <p15:guide id="8" orient="horz" pos="243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Row | 2 columns">
    <p:spTree>
      <p:nvGrpSpPr>
        <p:cNvPr id="1" name=""/>
        <p:cNvGrpSpPr/>
        <p:nvPr/>
      </p:nvGrpSpPr>
      <p:grpSpPr>
        <a:xfrm>
          <a:off x="0" y="0"/>
          <a:ext cx="0" cy="0"/>
          <a:chOff x="0" y="0"/>
          <a:chExt cx="0" cy="0"/>
        </a:xfrm>
      </p:grpSpPr>
      <p:sp>
        <p:nvSpPr>
          <p:cNvPr id="10" name="empower_additionalText_placeholder" hidden="1">
            <a:extLst>
              <a:ext uri="{FF2B5EF4-FFF2-40B4-BE49-F238E27FC236}">
                <a16:creationId xmlns:a16="http://schemas.microsoft.com/office/drawing/2014/main" id="{ECAA0892-68E2-4E2E-9B18-4A8DC40F0E11}"/>
              </a:ext>
            </a:extLst>
          </p:cNvPr>
          <p:cNvSpPr txBox="1"/>
          <p:nvPr>
            <p:custDataLst>
              <p:tags r:id="rId1"/>
            </p:custDataLst>
          </p:nvPr>
        </p:nvSpPr>
        <p:spPr bwMode="auto">
          <a:xfrm>
            <a:off x="2531796" y="6489341"/>
            <a:ext cx="1728000" cy="361459"/>
          </a:xfrm>
          <a:prstGeom prst="rect">
            <a:avLst/>
          </a:prstGeom>
          <a:noFill/>
          <a:ln w="9525">
            <a:noFill/>
            <a:miter lim="800000"/>
            <a:headEnd/>
            <a:tailEnd/>
          </a:ln>
          <a:effectLst/>
        </p:spPr>
        <p:txBody>
          <a:bodyPr wrap="none" lIns="0" tIns="0" rIns="0" bIns="0" rtlCol="0" anchor="ctr" anchorCtr="0">
            <a:noAutofit/>
          </a:bodyPr>
          <a:lstStyle>
            <a:defPPr>
              <a:defRPr lang="en-US"/>
            </a:defPPr>
            <a:lvl1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defRPr sz="800" b="1" kern="0">
                <a:solidFill>
                  <a:srgbClr val="E30034"/>
                </a:solidFill>
                <a:latin typeface="Arial" panose="020B0604020202020204" pitchFamily="34" charset="0"/>
                <a:ea typeface="Verdana" pitchFamily="34" charset="0"/>
                <a:cs typeface="Arial" panose="020B0604020202020204" pitchFamily="34" charset="0"/>
              </a:defRPr>
            </a:lvl1pPr>
          </a:lstStyle>
          <a:p>
            <a:pPr lvl="0" algn="l"/>
            <a:endParaRPr lang="en-US" noProof="0">
              <a:solidFill>
                <a:schemeClr val="tx1"/>
              </a:solidFill>
              <a:latin typeface="+mn-lt"/>
              <a:ea typeface="+mn-ea"/>
              <a:cs typeface="+mn-cs"/>
            </a:endParaRPr>
          </a:p>
        </p:txBody>
      </p:sp>
      <p:sp>
        <p:nvSpPr>
          <p:cNvPr id="13" name="empower_document_placeholder" hidden="1">
            <a:extLst>
              <a:ext uri="{FF2B5EF4-FFF2-40B4-BE49-F238E27FC236}">
                <a16:creationId xmlns:a16="http://schemas.microsoft.com/office/drawing/2014/main" id="{D16A0514-897C-427C-A5CD-34FCB4F6BF11}"/>
              </a:ext>
            </a:extLst>
          </p:cNvPr>
          <p:cNvSpPr txBox="1"/>
          <p:nvPr>
            <p:custDataLst>
              <p:tags r:id="rId2"/>
            </p:custDataLst>
          </p:nvPr>
        </p:nvSpPr>
        <p:spPr bwMode="auto">
          <a:xfrm rot="16200000">
            <a:off x="10757888" y="4960337"/>
            <a:ext cx="2592000" cy="250825"/>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700" kern="0" noProof="0">
                <a:solidFill>
                  <a:schemeClr val="tx1"/>
                </a:solidFill>
                <a:latin typeface="+mn-lt"/>
                <a:ea typeface="+mn-ea"/>
                <a:cs typeface="+mn-cs"/>
              </a:rPr>
              <a:t>[Owner:   Doc ID:   Vers.: ]</a:t>
            </a:r>
          </a:p>
        </p:txBody>
      </p:sp>
      <p:sp>
        <p:nvSpPr>
          <p:cNvPr id="15" name="empower_proprietary_placeholder" hidden="1">
            <a:extLst>
              <a:ext uri="{FF2B5EF4-FFF2-40B4-BE49-F238E27FC236}">
                <a16:creationId xmlns:a16="http://schemas.microsoft.com/office/drawing/2014/main" id="{A6FCF5E5-2935-4FDA-903C-EA43A699BD82}"/>
              </a:ext>
            </a:extLst>
          </p:cNvPr>
          <p:cNvSpPr txBox="1"/>
          <p:nvPr>
            <p:custDataLst>
              <p:tags r:id="rId3"/>
            </p:custDataLst>
          </p:nvPr>
        </p:nvSpPr>
        <p:spPr bwMode="auto">
          <a:xfrm>
            <a:off x="9444480" y="6489341"/>
            <a:ext cx="972000" cy="361459"/>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Infineon Proprietary</a:t>
            </a:r>
          </a:p>
        </p:txBody>
      </p:sp>
      <p:sp>
        <p:nvSpPr>
          <p:cNvPr id="17" name="empower_draft_placeholder" hidden="1">
            <a:extLst>
              <a:ext uri="{FF2B5EF4-FFF2-40B4-BE49-F238E27FC236}">
                <a16:creationId xmlns:a16="http://schemas.microsoft.com/office/drawing/2014/main" id="{115A00C6-A501-466D-A34B-23C1071DA39E}"/>
              </a:ext>
            </a:extLst>
          </p:cNvPr>
          <p:cNvSpPr txBox="1"/>
          <p:nvPr>
            <p:custDataLst>
              <p:tags r:id="rId4"/>
            </p:custDataLst>
          </p:nvPr>
        </p:nvSpPr>
        <p:spPr bwMode="auto">
          <a:xfrm>
            <a:off x="8761190" y="6489341"/>
            <a:ext cx="360362" cy="361459"/>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 DRAFT -</a:t>
            </a:r>
            <a:endParaRPr lang="en-US" sz="800" b="1" kern="0" noProof="0" dirty="0">
              <a:solidFill>
                <a:schemeClr val="tx2"/>
              </a:solidFill>
              <a:latin typeface="+mn-lt"/>
              <a:ea typeface="+mn-ea"/>
              <a:cs typeface="+mn-cs"/>
            </a:endParaRPr>
          </a:p>
        </p:txBody>
      </p:sp>
      <p:sp>
        <p:nvSpPr>
          <p:cNvPr id="19" name="empower_footer_placeholder">
            <a:extLst>
              <a:ext uri="{FF2B5EF4-FFF2-40B4-BE49-F238E27FC236}">
                <a16:creationId xmlns:a16="http://schemas.microsoft.com/office/drawing/2014/main" id="{0C8DD3BC-73D2-4101-B037-359F1B42B434}"/>
              </a:ext>
            </a:extLst>
          </p:cNvPr>
          <p:cNvSpPr txBox="1"/>
          <p:nvPr>
            <p:custDataLst>
              <p:tags r:id="rId5"/>
            </p:custDataLst>
          </p:nvPr>
        </p:nvSpPr>
        <p:spPr bwMode="auto">
          <a:xfrm>
            <a:off x="4547828" y="6489341"/>
            <a:ext cx="3096343" cy="361459"/>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GB" sz="800" kern="0" noProof="0">
                <a:solidFill>
                  <a:schemeClr val="tx1"/>
                </a:solidFill>
                <a:latin typeface="+mn-lt"/>
                <a:ea typeface="+mn-ea"/>
                <a:cs typeface="+mn-cs"/>
              </a:rPr>
              <a:t>Copyright © Infineon Technologies AG 2026. All rights reserved.</a:t>
            </a:r>
            <a:endParaRPr lang="en-US" sz="800" kern="0" noProof="0" dirty="0">
              <a:solidFill>
                <a:schemeClr val="tx1"/>
              </a:solidFill>
              <a:latin typeface="+mn-lt"/>
              <a:ea typeface="+mn-ea"/>
              <a:cs typeface="+mn-cs"/>
            </a:endParaRPr>
          </a:p>
        </p:txBody>
      </p:sp>
      <p:sp>
        <p:nvSpPr>
          <p:cNvPr id="21" name="empower_classification_attention_placeholder" hidden="1">
            <a:extLst>
              <a:ext uri="{FF2B5EF4-FFF2-40B4-BE49-F238E27FC236}">
                <a16:creationId xmlns:a16="http://schemas.microsoft.com/office/drawing/2014/main" id="{D39CEC28-75A6-43F3-9DE9-2436F3F4D9C6}"/>
              </a:ext>
            </a:extLst>
          </p:cNvPr>
          <p:cNvSpPr txBox="1">
            <a:spLocks/>
          </p:cNvSpPr>
          <p:nvPr>
            <p:custDataLst>
              <p:tags r:id="rId6"/>
            </p:custDataLst>
          </p:nvPr>
        </p:nvSpPr>
        <p:spPr bwMode="auto">
          <a:xfrm>
            <a:off x="1238188" y="6489341"/>
            <a:ext cx="971855" cy="361459"/>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Public</a:t>
            </a:r>
          </a:p>
        </p:txBody>
      </p:sp>
      <p:sp>
        <p:nvSpPr>
          <p:cNvPr id="23" name="empower_classification_placeholder">
            <a:extLst>
              <a:ext uri="{FF2B5EF4-FFF2-40B4-BE49-F238E27FC236}">
                <a16:creationId xmlns:a16="http://schemas.microsoft.com/office/drawing/2014/main" id="{FC21F178-EFAA-49DE-A35E-72E2C0CA3B0B}"/>
              </a:ext>
            </a:extLst>
          </p:cNvPr>
          <p:cNvSpPr txBox="1">
            <a:spLocks/>
          </p:cNvSpPr>
          <p:nvPr>
            <p:custDataLst>
              <p:tags r:id="rId7"/>
            </p:custDataLst>
          </p:nvPr>
        </p:nvSpPr>
        <p:spPr bwMode="auto">
          <a:xfrm>
            <a:off x="1238188" y="6489341"/>
            <a:ext cx="973251" cy="361459"/>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Public</a:t>
            </a:r>
          </a:p>
        </p:txBody>
      </p:sp>
      <p:sp>
        <p:nvSpPr>
          <p:cNvPr id="25" name="empower_date_placeholder">
            <a:extLst>
              <a:ext uri="{FF2B5EF4-FFF2-40B4-BE49-F238E27FC236}">
                <a16:creationId xmlns:a16="http://schemas.microsoft.com/office/drawing/2014/main" id="{43B2B732-8EC3-4F44-986D-B5DAC6EA77C1}"/>
              </a:ext>
            </a:extLst>
          </p:cNvPr>
          <p:cNvSpPr txBox="1"/>
          <p:nvPr>
            <p:custDataLst>
              <p:tags r:id="rId8"/>
            </p:custDataLst>
          </p:nvPr>
        </p:nvSpPr>
        <p:spPr bwMode="auto">
          <a:xfrm>
            <a:off x="334963" y="6489341"/>
            <a:ext cx="612000" cy="361459"/>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a:solidFill>
                  <a:schemeClr val="tx1"/>
                </a:solidFill>
                <a:latin typeface="+mn-lt"/>
                <a:ea typeface="+mn-ea"/>
                <a:cs typeface="+mn-cs"/>
              </a:rPr>
              <a:t>2026-03-27</a:t>
            </a:r>
            <a:endParaRPr lang="en-US" sz="800" kern="0" noProof="0" dirty="0">
              <a:solidFill>
                <a:schemeClr val="tx1"/>
              </a:solidFill>
              <a:latin typeface="+mn-lt"/>
              <a:ea typeface="+mn-ea"/>
              <a:cs typeface="+mn-cs"/>
            </a:endParaRPr>
          </a:p>
        </p:txBody>
      </p:sp>
      <p:sp>
        <p:nvSpPr>
          <p:cNvPr id="7" name="Content Top"/>
          <p:cNvSpPr>
            <a:spLocks noGrp="1"/>
          </p:cNvSpPr>
          <p:nvPr>
            <p:ph sz="quarter" idx="13" hasCustomPrompt="1"/>
          </p:nvPr>
        </p:nvSpPr>
        <p:spPr>
          <a:xfrm>
            <a:off x="334800" y="1268412"/>
            <a:ext cx="11520000" cy="2340000"/>
          </a:xfrm>
          <a:prstGeom prst="rect">
            <a:avLst/>
          </a:prstGeo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Content Bottom Left"/>
          <p:cNvSpPr>
            <a:spLocks noGrp="1"/>
          </p:cNvSpPr>
          <p:nvPr>
            <p:ph sz="quarter" idx="14" hasCustomPrompt="1"/>
          </p:nvPr>
        </p:nvSpPr>
        <p:spPr>
          <a:xfrm>
            <a:off x="334800" y="3860801"/>
            <a:ext cx="5688000" cy="2520951"/>
          </a:xfrm>
          <a:prstGeom prst="rect">
            <a:avLst/>
          </a:prstGeo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Content Bottom Right"/>
          <p:cNvSpPr>
            <a:spLocks noGrp="1"/>
          </p:cNvSpPr>
          <p:nvPr>
            <p:ph sz="quarter" idx="15" hasCustomPrompt="1"/>
          </p:nvPr>
        </p:nvSpPr>
        <p:spPr>
          <a:xfrm>
            <a:off x="6166800" y="3860801"/>
            <a:ext cx="5688000" cy="2520951"/>
          </a:xfrm>
          <a:prstGeom prst="rect">
            <a:avLst/>
          </a:prstGeo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itle">
            <a:extLst>
              <a:ext uri="{FF2B5EF4-FFF2-40B4-BE49-F238E27FC236}">
                <a16:creationId xmlns:a16="http://schemas.microsoft.com/office/drawing/2014/main" id="{3ADACDEE-D42E-4EEF-8504-614B0FC9EF75}"/>
              </a:ext>
            </a:extLst>
          </p:cNvPr>
          <p:cNvSpPr>
            <a:spLocks noGrp="1"/>
          </p:cNvSpPr>
          <p:nvPr>
            <p:ph type="title" hasCustomPrompt="1"/>
          </p:nvPr>
        </p:nvSpPr>
        <p:spPr/>
        <p:txBody>
          <a:bodyPr/>
          <a:lstStyle>
            <a:lvl1pPr>
              <a:defRPr baseline="0">
                <a:latin typeface="+mj-lt"/>
                <a:ea typeface="+mj-ea"/>
                <a:cs typeface="+mj-cs"/>
              </a:defRPr>
            </a:lvl1pPr>
          </a:lstStyle>
          <a:p>
            <a:r>
              <a:rPr lang="en-US" noProof="0"/>
              <a:t>Click to edit title</a:t>
            </a:r>
          </a:p>
        </p:txBody>
      </p:sp>
      <p:sp>
        <p:nvSpPr>
          <p:cNvPr id="8" name="LOGO PROTECTION" hidden="1">
            <a:extLst>
              <a:ext uri="{FF2B5EF4-FFF2-40B4-BE49-F238E27FC236}">
                <a16:creationId xmlns:a16="http://schemas.microsoft.com/office/drawing/2014/main" id="{9F595BB6-F050-434C-AF4B-533D75C5E5D3}"/>
              </a:ext>
            </a:extLst>
          </p:cNvPr>
          <p:cNvSpPr/>
          <p:nvPr>
            <p:custDataLst>
              <p:tags r:id="rId9"/>
            </p:custDataLst>
          </p:nvPr>
        </p:nvSpPr>
        <p:spPr bwMode="auto">
          <a:xfrm>
            <a:off x="10131283" y="1"/>
            <a:ext cx="2060717" cy="836712"/>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noProof="0">
              <a:latin typeface="+mn-lt"/>
              <a:ea typeface="+mn-ea"/>
              <a:cs typeface="+mn-cs"/>
            </a:endParaRPr>
          </a:p>
        </p:txBody>
      </p:sp>
      <p:sp>
        <p:nvSpPr>
          <p:cNvPr id="2" name="Date Placeholder 1" hidden="1">
            <a:extLst>
              <a:ext uri="{FF2B5EF4-FFF2-40B4-BE49-F238E27FC236}">
                <a16:creationId xmlns:a16="http://schemas.microsoft.com/office/drawing/2014/main" id="{3ABBB783-BFC3-406F-9AE2-14E6D55F43A3}"/>
              </a:ext>
            </a:extLst>
          </p:cNvPr>
          <p:cNvSpPr>
            <a:spLocks noGrp="1"/>
          </p:cNvSpPr>
          <p:nvPr>
            <p:ph type="dt" sz="half" idx="16"/>
            <p:custDataLst>
              <p:tags r:id="rId10"/>
            </p:custDataLst>
          </p:nvPr>
        </p:nvSpPr>
        <p:spPr/>
        <p:txBody>
          <a:bodyPr/>
          <a:lstStyle/>
          <a:p>
            <a:r>
              <a:rPr lang="en-US" b="1"/>
              <a:t> </a:t>
            </a:r>
            <a:endParaRPr lang="en-US" b="1" dirty="0"/>
          </a:p>
        </p:txBody>
      </p:sp>
      <p:sp>
        <p:nvSpPr>
          <p:cNvPr id="12" name="Footer Placeholder 11" hidden="1">
            <a:extLst>
              <a:ext uri="{FF2B5EF4-FFF2-40B4-BE49-F238E27FC236}">
                <a16:creationId xmlns:a16="http://schemas.microsoft.com/office/drawing/2014/main" id="{7DAA9CDC-CAD4-4554-97D9-7059E95FE638}"/>
              </a:ext>
            </a:extLst>
          </p:cNvPr>
          <p:cNvSpPr>
            <a:spLocks noGrp="1"/>
          </p:cNvSpPr>
          <p:nvPr>
            <p:ph type="ftr" sz="quarter" idx="17"/>
            <p:custDataLst>
              <p:tags r:id="rId11"/>
            </p:custDataLst>
          </p:nvPr>
        </p:nvSpPr>
        <p:spPr/>
        <p:txBody>
          <a:bodyPr/>
          <a:lstStyle/>
          <a:p>
            <a:endParaRPr lang="en-US" dirty="0"/>
          </a:p>
        </p:txBody>
      </p:sp>
      <p:sp>
        <p:nvSpPr>
          <p:cNvPr id="14" name="Slide Number Placeholder 13" hidden="1">
            <a:extLst>
              <a:ext uri="{FF2B5EF4-FFF2-40B4-BE49-F238E27FC236}">
                <a16:creationId xmlns:a16="http://schemas.microsoft.com/office/drawing/2014/main" id="{07C82FBB-C728-405A-8E31-DE02DA8D9177}"/>
              </a:ext>
            </a:extLst>
          </p:cNvPr>
          <p:cNvSpPr>
            <a:spLocks noGrp="1"/>
          </p:cNvSpPr>
          <p:nvPr>
            <p:ph type="sldNum" sz="quarter" idx="18"/>
            <p:custDataLst>
              <p:tags r:id="rId12"/>
            </p:custDataLst>
          </p:nvPr>
        </p:nvSpPr>
        <p:spPr/>
        <p:txBody>
          <a:bodyPr/>
          <a:lstStyle/>
          <a:p>
            <a:r>
              <a:rPr lang="en-US"/>
              <a:t> </a:t>
            </a:r>
            <a:endParaRPr lang="en-US" dirty="0"/>
          </a:p>
        </p:txBody>
      </p:sp>
      <p:sp>
        <p:nvSpPr>
          <p:cNvPr id="3" name="MIO_Placeholder_Mapping" hidden="1">
            <a:extLst>
              <a:ext uri="{FF2B5EF4-FFF2-40B4-BE49-F238E27FC236}">
                <a16:creationId xmlns:a16="http://schemas.microsoft.com/office/drawing/2014/main" id="{03708507-303A-4696-8A49-D64DA70EAF1B}"/>
              </a:ext>
            </a:extLst>
          </p:cNvPr>
          <p:cNvSpPr/>
          <p:nvPr userDrawn="1"/>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spTree>
  </p:cSld>
  <p:clrMapOvr>
    <a:masterClrMapping/>
  </p:clrMapOvr>
  <p:hf sldNum="0" hdr="0"/>
  <p:extLst>
    <p:ext uri="{DCECCB84-F9BA-43D5-87BE-67443E8EF086}">
      <p15:sldGuideLst xmlns:p15="http://schemas.microsoft.com/office/powerpoint/2012/main">
        <p15:guide id="1" orient="horz" pos="2273">
          <p15:clr>
            <a:srgbClr val="FBAE40"/>
          </p15:clr>
        </p15:guide>
        <p15:guide id="2" orient="horz" pos="799">
          <p15:clr>
            <a:srgbClr val="FBAE40"/>
          </p15:clr>
        </p15:guide>
        <p15:guide id="3" orient="horz" pos="4020">
          <p15:clr>
            <a:srgbClr val="FBAE40"/>
          </p15:clr>
        </p15:guide>
        <p15:guide id="4" pos="7469">
          <p15:clr>
            <a:srgbClr val="FBAE40"/>
          </p15:clr>
        </p15:guide>
        <p15:guide id="5" pos="3885">
          <p15:clr>
            <a:srgbClr val="FBAE40"/>
          </p15:clr>
        </p15:guide>
        <p15:guide id="6" pos="3795">
          <p15:clr>
            <a:srgbClr val="FBAE40"/>
          </p15:clr>
        </p15:guide>
        <p15:guide id="7" pos="211">
          <p15:clr>
            <a:srgbClr val="FBAE40"/>
          </p15:clr>
        </p15:guide>
        <p15:guide id="8" orient="horz" pos="243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type="txOverObj" preserve="1">
  <p:cSld name="Row | 2 columns | row">
    <p:spTree>
      <p:nvGrpSpPr>
        <p:cNvPr id="1" name=""/>
        <p:cNvGrpSpPr/>
        <p:nvPr/>
      </p:nvGrpSpPr>
      <p:grpSpPr>
        <a:xfrm>
          <a:off x="0" y="0"/>
          <a:ext cx="0" cy="0"/>
          <a:chOff x="0" y="0"/>
          <a:chExt cx="0" cy="0"/>
        </a:xfrm>
      </p:grpSpPr>
      <p:sp>
        <p:nvSpPr>
          <p:cNvPr id="12" name="empower_additionalText_placeholder" hidden="1">
            <a:extLst>
              <a:ext uri="{FF2B5EF4-FFF2-40B4-BE49-F238E27FC236}">
                <a16:creationId xmlns:a16="http://schemas.microsoft.com/office/drawing/2014/main" id="{C812AE9A-81D7-4AE8-BC9F-85686450823C}"/>
              </a:ext>
            </a:extLst>
          </p:cNvPr>
          <p:cNvSpPr txBox="1"/>
          <p:nvPr>
            <p:custDataLst>
              <p:tags r:id="rId1"/>
            </p:custDataLst>
          </p:nvPr>
        </p:nvSpPr>
        <p:spPr bwMode="auto">
          <a:xfrm>
            <a:off x="2531796" y="6489341"/>
            <a:ext cx="1728000" cy="361459"/>
          </a:xfrm>
          <a:prstGeom prst="rect">
            <a:avLst/>
          </a:prstGeom>
          <a:noFill/>
          <a:ln w="9525">
            <a:noFill/>
            <a:miter lim="800000"/>
            <a:headEnd/>
            <a:tailEnd/>
          </a:ln>
          <a:effectLst/>
        </p:spPr>
        <p:txBody>
          <a:bodyPr wrap="none" lIns="0" tIns="0" rIns="0" bIns="0" rtlCol="0" anchor="ctr" anchorCtr="0">
            <a:noAutofit/>
          </a:bodyPr>
          <a:lstStyle>
            <a:defPPr>
              <a:defRPr lang="en-US"/>
            </a:defPPr>
            <a:lvl1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defRPr sz="800" b="1" kern="0">
                <a:solidFill>
                  <a:srgbClr val="E30034"/>
                </a:solidFill>
                <a:latin typeface="Arial" panose="020B0604020202020204" pitchFamily="34" charset="0"/>
                <a:ea typeface="Verdana" pitchFamily="34" charset="0"/>
                <a:cs typeface="Arial" panose="020B0604020202020204" pitchFamily="34" charset="0"/>
              </a:defRPr>
            </a:lvl1pPr>
          </a:lstStyle>
          <a:p>
            <a:pPr lvl="0" algn="l"/>
            <a:endParaRPr lang="en-US" noProof="0">
              <a:solidFill>
                <a:schemeClr val="tx1"/>
              </a:solidFill>
              <a:latin typeface="+mn-lt"/>
              <a:ea typeface="+mn-ea"/>
              <a:cs typeface="+mn-cs"/>
            </a:endParaRPr>
          </a:p>
        </p:txBody>
      </p:sp>
      <p:sp>
        <p:nvSpPr>
          <p:cNvPr id="10" name="empower_document_placeholder" hidden="1">
            <a:extLst>
              <a:ext uri="{FF2B5EF4-FFF2-40B4-BE49-F238E27FC236}">
                <a16:creationId xmlns:a16="http://schemas.microsoft.com/office/drawing/2014/main" id="{BA8D3527-E357-41F9-99D1-BCEAEC88D703}"/>
              </a:ext>
            </a:extLst>
          </p:cNvPr>
          <p:cNvSpPr txBox="1"/>
          <p:nvPr>
            <p:custDataLst>
              <p:tags r:id="rId2"/>
            </p:custDataLst>
          </p:nvPr>
        </p:nvSpPr>
        <p:spPr bwMode="auto">
          <a:xfrm rot="16200000">
            <a:off x="10757888" y="4960337"/>
            <a:ext cx="2592000" cy="250825"/>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700" kern="0" noProof="0">
                <a:solidFill>
                  <a:schemeClr val="tx1"/>
                </a:solidFill>
                <a:latin typeface="+mn-lt"/>
                <a:ea typeface="+mn-ea"/>
                <a:cs typeface="+mn-cs"/>
              </a:rPr>
              <a:t>[Owner:   Doc ID:   Vers.: ]</a:t>
            </a:r>
          </a:p>
        </p:txBody>
      </p:sp>
      <p:sp>
        <p:nvSpPr>
          <p:cNvPr id="16" name="empower_proprietary_placeholder" hidden="1">
            <a:extLst>
              <a:ext uri="{FF2B5EF4-FFF2-40B4-BE49-F238E27FC236}">
                <a16:creationId xmlns:a16="http://schemas.microsoft.com/office/drawing/2014/main" id="{3A1A2EC5-F603-4F90-ADD8-B8933F3B810B}"/>
              </a:ext>
            </a:extLst>
          </p:cNvPr>
          <p:cNvSpPr txBox="1"/>
          <p:nvPr>
            <p:custDataLst>
              <p:tags r:id="rId3"/>
            </p:custDataLst>
          </p:nvPr>
        </p:nvSpPr>
        <p:spPr bwMode="auto">
          <a:xfrm>
            <a:off x="9444480" y="6489341"/>
            <a:ext cx="972000" cy="361459"/>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Infineon Proprietary</a:t>
            </a:r>
          </a:p>
        </p:txBody>
      </p:sp>
      <p:sp>
        <p:nvSpPr>
          <p:cNvPr id="18" name="empower_draft_placeholder" hidden="1">
            <a:extLst>
              <a:ext uri="{FF2B5EF4-FFF2-40B4-BE49-F238E27FC236}">
                <a16:creationId xmlns:a16="http://schemas.microsoft.com/office/drawing/2014/main" id="{FA03A6F0-5545-409D-93A9-5E09698484A1}"/>
              </a:ext>
            </a:extLst>
          </p:cNvPr>
          <p:cNvSpPr txBox="1"/>
          <p:nvPr>
            <p:custDataLst>
              <p:tags r:id="rId4"/>
            </p:custDataLst>
          </p:nvPr>
        </p:nvSpPr>
        <p:spPr bwMode="auto">
          <a:xfrm>
            <a:off x="8761190" y="6489341"/>
            <a:ext cx="360362" cy="361459"/>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 DRAFT -</a:t>
            </a:r>
            <a:endParaRPr lang="en-US" sz="800" b="1" kern="0" noProof="0" dirty="0">
              <a:solidFill>
                <a:schemeClr val="tx2"/>
              </a:solidFill>
              <a:latin typeface="+mn-lt"/>
              <a:ea typeface="+mn-ea"/>
              <a:cs typeface="+mn-cs"/>
            </a:endParaRPr>
          </a:p>
        </p:txBody>
      </p:sp>
      <p:sp>
        <p:nvSpPr>
          <p:cNvPr id="20" name="empower_footer_placeholder">
            <a:extLst>
              <a:ext uri="{FF2B5EF4-FFF2-40B4-BE49-F238E27FC236}">
                <a16:creationId xmlns:a16="http://schemas.microsoft.com/office/drawing/2014/main" id="{97E57A33-CDFD-4C72-B657-882682DACB1E}"/>
              </a:ext>
            </a:extLst>
          </p:cNvPr>
          <p:cNvSpPr txBox="1"/>
          <p:nvPr>
            <p:custDataLst>
              <p:tags r:id="rId5"/>
            </p:custDataLst>
          </p:nvPr>
        </p:nvSpPr>
        <p:spPr bwMode="auto">
          <a:xfrm>
            <a:off x="4547828" y="6489341"/>
            <a:ext cx="3096343" cy="361459"/>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GB" sz="800" kern="0" noProof="0">
                <a:solidFill>
                  <a:schemeClr val="tx1"/>
                </a:solidFill>
                <a:latin typeface="+mn-lt"/>
                <a:ea typeface="+mn-ea"/>
                <a:cs typeface="+mn-cs"/>
              </a:rPr>
              <a:t>Copyright © Infineon Technologies AG 2026. All rights reserved.</a:t>
            </a:r>
            <a:endParaRPr lang="en-US" sz="800" kern="0" noProof="0" dirty="0">
              <a:solidFill>
                <a:schemeClr val="tx1"/>
              </a:solidFill>
              <a:latin typeface="+mn-lt"/>
              <a:ea typeface="+mn-ea"/>
              <a:cs typeface="+mn-cs"/>
            </a:endParaRPr>
          </a:p>
        </p:txBody>
      </p:sp>
      <p:sp>
        <p:nvSpPr>
          <p:cNvPr id="22" name="empower_classification_attention_placeholder" hidden="1">
            <a:extLst>
              <a:ext uri="{FF2B5EF4-FFF2-40B4-BE49-F238E27FC236}">
                <a16:creationId xmlns:a16="http://schemas.microsoft.com/office/drawing/2014/main" id="{5A896D99-24DF-4F81-9EC3-37F5EF05FFED}"/>
              </a:ext>
            </a:extLst>
          </p:cNvPr>
          <p:cNvSpPr txBox="1">
            <a:spLocks/>
          </p:cNvSpPr>
          <p:nvPr>
            <p:custDataLst>
              <p:tags r:id="rId6"/>
            </p:custDataLst>
          </p:nvPr>
        </p:nvSpPr>
        <p:spPr bwMode="auto">
          <a:xfrm>
            <a:off x="1238188" y="6489341"/>
            <a:ext cx="971855" cy="361459"/>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Public</a:t>
            </a:r>
          </a:p>
        </p:txBody>
      </p:sp>
      <p:sp>
        <p:nvSpPr>
          <p:cNvPr id="24" name="empower_classification_placeholder">
            <a:extLst>
              <a:ext uri="{FF2B5EF4-FFF2-40B4-BE49-F238E27FC236}">
                <a16:creationId xmlns:a16="http://schemas.microsoft.com/office/drawing/2014/main" id="{F09BE8EF-EBD2-4B7A-9878-8440DC26C91A}"/>
              </a:ext>
            </a:extLst>
          </p:cNvPr>
          <p:cNvSpPr txBox="1">
            <a:spLocks/>
          </p:cNvSpPr>
          <p:nvPr>
            <p:custDataLst>
              <p:tags r:id="rId7"/>
            </p:custDataLst>
          </p:nvPr>
        </p:nvSpPr>
        <p:spPr bwMode="auto">
          <a:xfrm>
            <a:off x="1238188" y="6489341"/>
            <a:ext cx="973251" cy="361459"/>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Public</a:t>
            </a:r>
          </a:p>
        </p:txBody>
      </p:sp>
      <p:sp>
        <p:nvSpPr>
          <p:cNvPr id="26" name="empower_date_placeholder">
            <a:extLst>
              <a:ext uri="{FF2B5EF4-FFF2-40B4-BE49-F238E27FC236}">
                <a16:creationId xmlns:a16="http://schemas.microsoft.com/office/drawing/2014/main" id="{99207B66-AFA5-4510-BF1D-29423C34CEF2}"/>
              </a:ext>
            </a:extLst>
          </p:cNvPr>
          <p:cNvSpPr txBox="1"/>
          <p:nvPr>
            <p:custDataLst>
              <p:tags r:id="rId8"/>
            </p:custDataLst>
          </p:nvPr>
        </p:nvSpPr>
        <p:spPr bwMode="auto">
          <a:xfrm>
            <a:off x="334963" y="6489341"/>
            <a:ext cx="612000" cy="361459"/>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a:solidFill>
                  <a:schemeClr val="tx1"/>
                </a:solidFill>
                <a:latin typeface="+mn-lt"/>
                <a:ea typeface="+mn-ea"/>
                <a:cs typeface="+mn-cs"/>
              </a:rPr>
              <a:t>2026-03-27</a:t>
            </a:r>
          </a:p>
        </p:txBody>
      </p:sp>
      <p:sp>
        <p:nvSpPr>
          <p:cNvPr id="7" name="Content Top"/>
          <p:cNvSpPr>
            <a:spLocks noGrp="1"/>
          </p:cNvSpPr>
          <p:nvPr>
            <p:ph sz="quarter" idx="13" hasCustomPrompt="1"/>
          </p:nvPr>
        </p:nvSpPr>
        <p:spPr>
          <a:xfrm>
            <a:off x="334433" y="1268412"/>
            <a:ext cx="11521280" cy="1260000"/>
          </a:xfrm>
          <a:prstGeom prst="rect">
            <a:avLst/>
          </a:prstGeom>
        </p:spPr>
        <p:txBody>
          <a:bodyPr/>
          <a:lstStyle>
            <a:lvl1pPr>
              <a:spcAft>
                <a:spcPts val="0"/>
              </a:spcAft>
              <a:defRPr>
                <a:latin typeface="+mn-lt"/>
                <a:ea typeface="+mn-ea"/>
                <a:cs typeface="+mn-cs"/>
              </a:defRPr>
            </a:lvl1pPr>
            <a:lvl2pPr>
              <a:spcAft>
                <a:spcPts val="0"/>
              </a:spcAft>
              <a:defRPr>
                <a:latin typeface="+mn-lt"/>
                <a:ea typeface="+mn-ea"/>
                <a:cs typeface="+mn-cs"/>
              </a:defRPr>
            </a:lvl2pPr>
            <a:lvl3pPr>
              <a:spcAft>
                <a:spcPts val="0"/>
              </a:spcAft>
              <a:defRPr>
                <a:latin typeface="+mn-lt"/>
                <a:ea typeface="+mn-ea"/>
                <a:cs typeface="+mn-cs"/>
              </a:defRPr>
            </a:lvl3pPr>
          </a:lstStyle>
          <a:p>
            <a:pPr lvl="0"/>
            <a:r>
              <a:rPr lang="en-US" noProof="0"/>
              <a:t>Click to edit text</a:t>
            </a:r>
          </a:p>
          <a:p>
            <a:pPr lvl="1"/>
            <a:r>
              <a:rPr lang="en-US" noProof="0"/>
              <a:t>Second level</a:t>
            </a:r>
          </a:p>
          <a:p>
            <a:pPr lvl="2"/>
            <a:r>
              <a:rPr lang="en-US" noProof="0"/>
              <a:t>Third level</a:t>
            </a:r>
          </a:p>
        </p:txBody>
      </p:sp>
      <p:sp>
        <p:nvSpPr>
          <p:cNvPr id="9" name="Content Center Left"/>
          <p:cNvSpPr>
            <a:spLocks noGrp="1"/>
          </p:cNvSpPr>
          <p:nvPr>
            <p:ph sz="quarter" idx="14" hasCustomPrompt="1"/>
          </p:nvPr>
        </p:nvSpPr>
        <p:spPr>
          <a:xfrm>
            <a:off x="334800" y="2780913"/>
            <a:ext cx="5688000" cy="1980000"/>
          </a:xfrm>
          <a:prstGeom prst="rect">
            <a:avLst/>
          </a:prstGeom>
        </p:spPr>
        <p:txBody>
          <a:bodyPr/>
          <a:lstStyle>
            <a:lvl1pPr>
              <a:spcAft>
                <a:spcPts val="0"/>
              </a:spcAft>
              <a:defRPr>
                <a:latin typeface="+mn-lt"/>
                <a:ea typeface="+mn-ea"/>
                <a:cs typeface="+mn-cs"/>
              </a:defRPr>
            </a:lvl1pPr>
            <a:lvl2pPr>
              <a:spcAft>
                <a:spcPts val="0"/>
              </a:spcAft>
              <a:defRPr>
                <a:latin typeface="+mn-lt"/>
                <a:ea typeface="+mn-ea"/>
                <a:cs typeface="+mn-cs"/>
              </a:defRPr>
            </a:lvl2pPr>
            <a:lvl3pPr>
              <a:spcAft>
                <a:spcPts val="0"/>
              </a:spcAft>
              <a:defRPr>
                <a:latin typeface="+mn-lt"/>
                <a:ea typeface="+mn-ea"/>
                <a:cs typeface="+mn-cs"/>
              </a:defRPr>
            </a:lvl3pPr>
            <a:lvl4pPr>
              <a:spcAft>
                <a:spcPts val="0"/>
              </a:spcAft>
              <a:defRPr>
                <a:latin typeface="+mn-lt"/>
                <a:ea typeface="+mn-ea"/>
                <a:cs typeface="+mn-cs"/>
              </a:defRPr>
            </a:lvl4pPr>
            <a:lvl5pPr>
              <a:spcAft>
                <a:spcPts val="0"/>
              </a:spcAft>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Content Center Right"/>
          <p:cNvSpPr>
            <a:spLocks noGrp="1"/>
          </p:cNvSpPr>
          <p:nvPr>
            <p:ph sz="quarter" idx="15" hasCustomPrompt="1"/>
          </p:nvPr>
        </p:nvSpPr>
        <p:spPr>
          <a:xfrm>
            <a:off x="6167437" y="2780913"/>
            <a:ext cx="5688000" cy="1980000"/>
          </a:xfrm>
          <a:prstGeom prst="rect">
            <a:avLst/>
          </a:prstGeom>
        </p:spPr>
        <p:txBody>
          <a:bodyPr/>
          <a:lstStyle>
            <a:lvl1pPr>
              <a:spcAft>
                <a:spcPts val="0"/>
              </a:spcAft>
              <a:defRPr>
                <a:latin typeface="+mn-lt"/>
                <a:ea typeface="+mn-ea"/>
                <a:cs typeface="+mn-cs"/>
              </a:defRPr>
            </a:lvl1pPr>
            <a:lvl2pPr>
              <a:spcAft>
                <a:spcPts val="0"/>
              </a:spcAft>
              <a:defRPr>
                <a:latin typeface="+mn-lt"/>
                <a:ea typeface="+mn-ea"/>
                <a:cs typeface="+mn-cs"/>
              </a:defRPr>
            </a:lvl2pPr>
            <a:lvl3pPr>
              <a:spcAft>
                <a:spcPts val="0"/>
              </a:spcAft>
              <a:defRPr>
                <a:latin typeface="+mn-lt"/>
                <a:ea typeface="+mn-ea"/>
                <a:cs typeface="+mn-cs"/>
              </a:defRPr>
            </a:lvl3pPr>
            <a:lvl4pPr>
              <a:spcAft>
                <a:spcPts val="0"/>
              </a:spcAft>
              <a:defRPr>
                <a:latin typeface="+mn-lt"/>
                <a:ea typeface="+mn-ea"/>
                <a:cs typeface="+mn-cs"/>
              </a:defRPr>
            </a:lvl4pPr>
            <a:lvl5pPr>
              <a:spcAft>
                <a:spcPts val="0"/>
              </a:spcAft>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Content Bottom"/>
          <p:cNvSpPr>
            <a:spLocks noGrp="1"/>
          </p:cNvSpPr>
          <p:nvPr>
            <p:ph sz="quarter" idx="16" hasCustomPrompt="1"/>
          </p:nvPr>
        </p:nvSpPr>
        <p:spPr>
          <a:xfrm>
            <a:off x="334433" y="5085186"/>
            <a:ext cx="11521280" cy="1296567"/>
          </a:xfrm>
          <a:prstGeom prst="rect">
            <a:avLst/>
          </a:prstGeom>
        </p:spPr>
        <p:txBody>
          <a:bodyPr/>
          <a:lstStyle>
            <a:lvl1pPr>
              <a:spcAft>
                <a:spcPts val="0"/>
              </a:spcAft>
              <a:defRPr>
                <a:latin typeface="+mn-lt"/>
                <a:ea typeface="+mn-ea"/>
                <a:cs typeface="+mn-cs"/>
              </a:defRPr>
            </a:lvl1pPr>
            <a:lvl2pPr>
              <a:spcAft>
                <a:spcPts val="0"/>
              </a:spcAft>
              <a:defRPr>
                <a:latin typeface="+mn-lt"/>
                <a:ea typeface="+mn-ea"/>
                <a:cs typeface="+mn-cs"/>
              </a:defRPr>
            </a:lvl2pPr>
            <a:lvl3pPr>
              <a:spcAft>
                <a:spcPts val="0"/>
              </a:spcAft>
              <a:defRPr>
                <a:latin typeface="+mn-lt"/>
                <a:ea typeface="+mn-ea"/>
                <a:cs typeface="+mn-cs"/>
              </a:defRPr>
            </a:lvl3pPr>
          </a:lstStyle>
          <a:p>
            <a:pPr lvl="0"/>
            <a:r>
              <a:rPr lang="en-US" noProof="0"/>
              <a:t>Click to edit text</a:t>
            </a:r>
          </a:p>
          <a:p>
            <a:pPr lvl="1"/>
            <a:r>
              <a:rPr lang="en-US" noProof="0"/>
              <a:t>Second level</a:t>
            </a:r>
          </a:p>
          <a:p>
            <a:pPr lvl="2"/>
            <a:r>
              <a:rPr lang="en-US" noProof="0"/>
              <a:t>Third level</a:t>
            </a:r>
          </a:p>
        </p:txBody>
      </p:sp>
      <p:sp>
        <p:nvSpPr>
          <p:cNvPr id="6" name="Title">
            <a:extLst>
              <a:ext uri="{FF2B5EF4-FFF2-40B4-BE49-F238E27FC236}">
                <a16:creationId xmlns:a16="http://schemas.microsoft.com/office/drawing/2014/main" id="{42CB6C61-472A-4F78-8808-601D74D8D1AD}"/>
              </a:ext>
            </a:extLst>
          </p:cNvPr>
          <p:cNvSpPr>
            <a:spLocks noGrp="1"/>
          </p:cNvSpPr>
          <p:nvPr>
            <p:ph type="title" hasCustomPrompt="1"/>
          </p:nvPr>
        </p:nvSpPr>
        <p:spPr/>
        <p:txBody>
          <a:bodyPr/>
          <a:lstStyle>
            <a:lvl1pPr>
              <a:defRPr baseline="0">
                <a:latin typeface="+mj-lt"/>
                <a:ea typeface="+mj-ea"/>
                <a:cs typeface="+mj-cs"/>
              </a:defRPr>
            </a:lvl1pPr>
          </a:lstStyle>
          <a:p>
            <a:r>
              <a:rPr lang="en-US" noProof="0"/>
              <a:t>Click to edit title</a:t>
            </a:r>
          </a:p>
        </p:txBody>
      </p:sp>
      <p:sp>
        <p:nvSpPr>
          <p:cNvPr id="8" name="LOGO PROTECTION" hidden="1">
            <a:extLst>
              <a:ext uri="{FF2B5EF4-FFF2-40B4-BE49-F238E27FC236}">
                <a16:creationId xmlns:a16="http://schemas.microsoft.com/office/drawing/2014/main" id="{878DF235-2AD8-4C82-A0BD-D1BDFC873704}"/>
              </a:ext>
            </a:extLst>
          </p:cNvPr>
          <p:cNvSpPr/>
          <p:nvPr>
            <p:custDataLst>
              <p:tags r:id="rId9"/>
            </p:custDataLst>
          </p:nvPr>
        </p:nvSpPr>
        <p:spPr bwMode="auto">
          <a:xfrm>
            <a:off x="10131283" y="1"/>
            <a:ext cx="2060717" cy="836712"/>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noProof="0">
              <a:latin typeface="+mn-lt"/>
              <a:ea typeface="+mn-ea"/>
              <a:cs typeface="+mn-cs"/>
            </a:endParaRPr>
          </a:p>
        </p:txBody>
      </p:sp>
      <p:sp>
        <p:nvSpPr>
          <p:cNvPr id="2" name="Date Placeholder 1" hidden="1">
            <a:extLst>
              <a:ext uri="{FF2B5EF4-FFF2-40B4-BE49-F238E27FC236}">
                <a16:creationId xmlns:a16="http://schemas.microsoft.com/office/drawing/2014/main" id="{A9104FB9-0912-4A0F-BBB7-DF055F829451}"/>
              </a:ext>
            </a:extLst>
          </p:cNvPr>
          <p:cNvSpPr>
            <a:spLocks noGrp="1"/>
          </p:cNvSpPr>
          <p:nvPr>
            <p:ph type="dt" sz="half" idx="17"/>
            <p:custDataLst>
              <p:tags r:id="rId10"/>
            </p:custDataLst>
          </p:nvPr>
        </p:nvSpPr>
        <p:spPr/>
        <p:txBody>
          <a:bodyPr/>
          <a:lstStyle/>
          <a:p>
            <a:r>
              <a:rPr lang="en-US" b="1"/>
              <a:t> </a:t>
            </a:r>
            <a:endParaRPr lang="en-US" b="1" dirty="0"/>
          </a:p>
        </p:txBody>
      </p:sp>
      <p:sp>
        <p:nvSpPr>
          <p:cNvPr id="14" name="Footer Placeholder 13" hidden="1">
            <a:extLst>
              <a:ext uri="{FF2B5EF4-FFF2-40B4-BE49-F238E27FC236}">
                <a16:creationId xmlns:a16="http://schemas.microsoft.com/office/drawing/2014/main" id="{E424A36D-7777-4A82-B12F-96CE1F877678}"/>
              </a:ext>
            </a:extLst>
          </p:cNvPr>
          <p:cNvSpPr>
            <a:spLocks noGrp="1"/>
          </p:cNvSpPr>
          <p:nvPr>
            <p:ph type="ftr" sz="quarter" idx="18"/>
            <p:custDataLst>
              <p:tags r:id="rId11"/>
            </p:custDataLst>
          </p:nvPr>
        </p:nvSpPr>
        <p:spPr/>
        <p:txBody>
          <a:bodyPr/>
          <a:lstStyle/>
          <a:p>
            <a:endParaRPr lang="en-US" dirty="0"/>
          </a:p>
        </p:txBody>
      </p:sp>
      <p:sp>
        <p:nvSpPr>
          <p:cNvPr id="15" name="Slide Number Placeholder 14" hidden="1">
            <a:extLst>
              <a:ext uri="{FF2B5EF4-FFF2-40B4-BE49-F238E27FC236}">
                <a16:creationId xmlns:a16="http://schemas.microsoft.com/office/drawing/2014/main" id="{E1CCD2B2-40D2-43D5-80C4-5322AD403334}"/>
              </a:ext>
            </a:extLst>
          </p:cNvPr>
          <p:cNvSpPr>
            <a:spLocks noGrp="1"/>
          </p:cNvSpPr>
          <p:nvPr>
            <p:ph type="sldNum" sz="quarter" idx="19"/>
            <p:custDataLst>
              <p:tags r:id="rId12"/>
            </p:custDataLst>
          </p:nvPr>
        </p:nvSpPr>
        <p:spPr/>
        <p:txBody>
          <a:bodyPr/>
          <a:lstStyle/>
          <a:p>
            <a:r>
              <a:rPr lang="en-US"/>
              <a:t> </a:t>
            </a:r>
            <a:endParaRPr lang="en-US" dirty="0"/>
          </a:p>
        </p:txBody>
      </p:sp>
      <p:sp>
        <p:nvSpPr>
          <p:cNvPr id="3" name="MIO_Placeholder_Mapping" hidden="1">
            <a:extLst>
              <a:ext uri="{FF2B5EF4-FFF2-40B4-BE49-F238E27FC236}">
                <a16:creationId xmlns:a16="http://schemas.microsoft.com/office/drawing/2014/main" id="{1235F132-B0A2-4CF3-A146-5DF950DFB464}"/>
              </a:ext>
            </a:extLst>
          </p:cNvPr>
          <p:cNvSpPr/>
          <p:nvPr userDrawn="1"/>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spTree>
  </p:cSld>
  <p:clrMapOvr>
    <a:masterClrMapping/>
  </p:clrMapOvr>
  <p:hf sldNum="0" hdr="0"/>
  <p:extLst>
    <p:ext uri="{DCECCB84-F9BA-43D5-87BE-67443E8EF086}">
      <p15:sldGuideLst xmlns:p15="http://schemas.microsoft.com/office/powerpoint/2012/main">
        <p15:guide id="1" pos="3885">
          <p15:clr>
            <a:srgbClr val="FBAE40"/>
          </p15:clr>
        </p15:guide>
        <p15:guide id="2" pos="3795">
          <p15:clr>
            <a:srgbClr val="FBAE40"/>
          </p15:clr>
        </p15:guide>
        <p15:guide id="3" pos="211">
          <p15:clr>
            <a:srgbClr val="FBAE40"/>
          </p15:clr>
        </p15:guide>
        <p15:guide id="4" pos="7469">
          <p15:clr>
            <a:srgbClr val="FBAE40"/>
          </p15:clr>
        </p15:guide>
        <p15:guide id="5" orient="horz" pos="799">
          <p15:clr>
            <a:srgbClr val="FBAE40"/>
          </p15:clr>
        </p15:guide>
        <p15:guide id="6" orient="horz" pos="1593">
          <p15:clr>
            <a:srgbClr val="FBAE40"/>
          </p15:clr>
        </p15:guide>
        <p15:guide id="7" orient="horz" pos="1752">
          <p15:clr>
            <a:srgbClr val="FBAE40"/>
          </p15:clr>
        </p15:guide>
        <p15:guide id="8" orient="horz" pos="2999">
          <p15:clr>
            <a:srgbClr val="FBAE40"/>
          </p15:clr>
        </p15:guide>
        <p15:guide id="9" orient="horz" pos="3203">
          <p15:clr>
            <a:srgbClr val="FBAE40"/>
          </p15:clr>
        </p15:guide>
        <p15:guide id="10" orient="horz" pos="402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AndTx" preserve="1">
  <p:cSld name="3 columns">
    <p:spTree>
      <p:nvGrpSpPr>
        <p:cNvPr id="1" name=""/>
        <p:cNvGrpSpPr/>
        <p:nvPr/>
      </p:nvGrpSpPr>
      <p:grpSpPr>
        <a:xfrm>
          <a:off x="0" y="0"/>
          <a:ext cx="0" cy="0"/>
          <a:chOff x="0" y="0"/>
          <a:chExt cx="0" cy="0"/>
        </a:xfrm>
      </p:grpSpPr>
      <p:sp>
        <p:nvSpPr>
          <p:cNvPr id="10" name="empower_additionalText_placeholder" hidden="1">
            <a:extLst>
              <a:ext uri="{FF2B5EF4-FFF2-40B4-BE49-F238E27FC236}">
                <a16:creationId xmlns:a16="http://schemas.microsoft.com/office/drawing/2014/main" id="{7FB993A8-52D6-439E-9FD7-796FB1371096}"/>
              </a:ext>
            </a:extLst>
          </p:cNvPr>
          <p:cNvSpPr txBox="1"/>
          <p:nvPr>
            <p:custDataLst>
              <p:tags r:id="rId1"/>
            </p:custDataLst>
          </p:nvPr>
        </p:nvSpPr>
        <p:spPr bwMode="auto">
          <a:xfrm>
            <a:off x="2531796" y="6489700"/>
            <a:ext cx="1728000" cy="361100"/>
          </a:xfrm>
          <a:prstGeom prst="rect">
            <a:avLst/>
          </a:prstGeom>
          <a:noFill/>
          <a:ln w="9525">
            <a:noFill/>
            <a:miter lim="800000"/>
            <a:headEnd/>
            <a:tailEnd/>
          </a:ln>
          <a:effectLst/>
        </p:spPr>
        <p:txBody>
          <a:bodyPr wrap="none" lIns="0" tIns="0" rIns="0" bIns="0" rtlCol="0" anchor="ctr" anchorCtr="0">
            <a:noAutofit/>
          </a:bodyPr>
          <a:lstStyle>
            <a:defPPr>
              <a:defRPr lang="en-US"/>
            </a:defPPr>
            <a:lvl1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defRPr sz="800" b="1" kern="0">
                <a:solidFill>
                  <a:srgbClr val="E30034"/>
                </a:solidFill>
                <a:latin typeface="Arial" panose="020B0604020202020204" pitchFamily="34" charset="0"/>
                <a:ea typeface="Verdana" pitchFamily="34" charset="0"/>
                <a:cs typeface="Arial" panose="020B0604020202020204" pitchFamily="34" charset="0"/>
              </a:defRPr>
            </a:lvl1pPr>
          </a:lstStyle>
          <a:p>
            <a:pPr lvl="0" algn="l"/>
            <a:endParaRPr lang="en-US" noProof="0">
              <a:solidFill>
                <a:schemeClr val="tx1"/>
              </a:solidFill>
              <a:latin typeface="+mn-lt"/>
              <a:ea typeface="+mn-ea"/>
              <a:cs typeface="+mn-cs"/>
            </a:endParaRPr>
          </a:p>
        </p:txBody>
      </p:sp>
      <p:sp>
        <p:nvSpPr>
          <p:cNvPr id="13" name="empower_document_placeholder" hidden="1">
            <a:extLst>
              <a:ext uri="{FF2B5EF4-FFF2-40B4-BE49-F238E27FC236}">
                <a16:creationId xmlns:a16="http://schemas.microsoft.com/office/drawing/2014/main" id="{112013B0-A00B-4A1F-90FB-E2E8B2F86D5D}"/>
              </a:ext>
            </a:extLst>
          </p:cNvPr>
          <p:cNvSpPr txBox="1"/>
          <p:nvPr>
            <p:custDataLst>
              <p:tags r:id="rId2"/>
            </p:custDataLst>
          </p:nvPr>
        </p:nvSpPr>
        <p:spPr bwMode="auto">
          <a:xfrm rot="16200000">
            <a:off x="10757888" y="4960337"/>
            <a:ext cx="2592000" cy="250825"/>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700" kern="0" noProof="0">
                <a:solidFill>
                  <a:schemeClr val="tx1"/>
                </a:solidFill>
                <a:latin typeface="+mn-lt"/>
                <a:ea typeface="+mn-ea"/>
                <a:cs typeface="+mn-cs"/>
              </a:rPr>
              <a:t>[Owner:   Doc ID:   Vers.: ]</a:t>
            </a:r>
          </a:p>
        </p:txBody>
      </p:sp>
      <p:sp>
        <p:nvSpPr>
          <p:cNvPr id="15" name="empower_proprietary_placeholder" hidden="1">
            <a:extLst>
              <a:ext uri="{FF2B5EF4-FFF2-40B4-BE49-F238E27FC236}">
                <a16:creationId xmlns:a16="http://schemas.microsoft.com/office/drawing/2014/main" id="{FC3769D5-91E6-43B0-BC4B-C0040A71CFD6}"/>
              </a:ext>
            </a:extLst>
          </p:cNvPr>
          <p:cNvSpPr txBox="1"/>
          <p:nvPr>
            <p:custDataLst>
              <p:tags r:id="rId3"/>
            </p:custDataLst>
          </p:nvPr>
        </p:nvSpPr>
        <p:spPr bwMode="auto">
          <a:xfrm>
            <a:off x="9444480" y="6489700"/>
            <a:ext cx="972000" cy="3611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Infineon Proprietary</a:t>
            </a:r>
          </a:p>
        </p:txBody>
      </p:sp>
      <p:sp>
        <p:nvSpPr>
          <p:cNvPr id="17" name="empower_draft_placeholder" hidden="1">
            <a:extLst>
              <a:ext uri="{FF2B5EF4-FFF2-40B4-BE49-F238E27FC236}">
                <a16:creationId xmlns:a16="http://schemas.microsoft.com/office/drawing/2014/main" id="{B0E0CB85-0435-4FEC-B2B6-D19200B62923}"/>
              </a:ext>
            </a:extLst>
          </p:cNvPr>
          <p:cNvSpPr txBox="1"/>
          <p:nvPr>
            <p:custDataLst>
              <p:tags r:id="rId4"/>
            </p:custDataLst>
          </p:nvPr>
        </p:nvSpPr>
        <p:spPr bwMode="auto">
          <a:xfrm>
            <a:off x="8761190" y="6489700"/>
            <a:ext cx="360362"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 DRAFT -</a:t>
            </a:r>
            <a:endParaRPr lang="en-US" sz="800" b="1" kern="0" noProof="0" dirty="0">
              <a:solidFill>
                <a:schemeClr val="tx2"/>
              </a:solidFill>
              <a:latin typeface="+mn-lt"/>
              <a:ea typeface="+mn-ea"/>
              <a:cs typeface="+mn-cs"/>
            </a:endParaRPr>
          </a:p>
        </p:txBody>
      </p:sp>
      <p:sp>
        <p:nvSpPr>
          <p:cNvPr id="19" name="empower_footer_placeholder">
            <a:extLst>
              <a:ext uri="{FF2B5EF4-FFF2-40B4-BE49-F238E27FC236}">
                <a16:creationId xmlns:a16="http://schemas.microsoft.com/office/drawing/2014/main" id="{557CA6BF-F2F9-417F-A2FD-035F1FC85693}"/>
              </a:ext>
            </a:extLst>
          </p:cNvPr>
          <p:cNvSpPr txBox="1"/>
          <p:nvPr>
            <p:custDataLst>
              <p:tags r:id="rId5"/>
            </p:custDataLst>
          </p:nvPr>
        </p:nvSpPr>
        <p:spPr bwMode="auto">
          <a:xfrm>
            <a:off x="4547828" y="6489700"/>
            <a:ext cx="3096343" cy="361100"/>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GB" sz="800" kern="0" noProof="0">
                <a:solidFill>
                  <a:schemeClr val="tx1"/>
                </a:solidFill>
                <a:latin typeface="+mn-lt"/>
                <a:ea typeface="+mn-ea"/>
                <a:cs typeface="+mn-cs"/>
              </a:rPr>
              <a:t>Copyright © Infineon Technologies AG 2026. All rights reserved.</a:t>
            </a:r>
            <a:endParaRPr lang="en-US" sz="800" kern="0" noProof="0" dirty="0">
              <a:solidFill>
                <a:schemeClr val="tx1"/>
              </a:solidFill>
              <a:latin typeface="+mn-lt"/>
              <a:ea typeface="+mn-ea"/>
              <a:cs typeface="+mn-cs"/>
            </a:endParaRPr>
          </a:p>
        </p:txBody>
      </p:sp>
      <p:sp>
        <p:nvSpPr>
          <p:cNvPr id="21" name="empower_classification_attention_placeholder" hidden="1">
            <a:extLst>
              <a:ext uri="{FF2B5EF4-FFF2-40B4-BE49-F238E27FC236}">
                <a16:creationId xmlns:a16="http://schemas.microsoft.com/office/drawing/2014/main" id="{8C605CA2-9EAD-450F-BC1B-8D9AF92E5875}"/>
              </a:ext>
            </a:extLst>
          </p:cNvPr>
          <p:cNvSpPr txBox="1">
            <a:spLocks/>
          </p:cNvSpPr>
          <p:nvPr>
            <p:custDataLst>
              <p:tags r:id="rId6"/>
            </p:custDataLst>
          </p:nvPr>
        </p:nvSpPr>
        <p:spPr bwMode="auto">
          <a:xfrm>
            <a:off x="1238188" y="6489700"/>
            <a:ext cx="971855"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Public</a:t>
            </a:r>
          </a:p>
        </p:txBody>
      </p:sp>
      <p:sp>
        <p:nvSpPr>
          <p:cNvPr id="23" name="empower_classification_placeholder">
            <a:extLst>
              <a:ext uri="{FF2B5EF4-FFF2-40B4-BE49-F238E27FC236}">
                <a16:creationId xmlns:a16="http://schemas.microsoft.com/office/drawing/2014/main" id="{4E82CE8C-8E20-4C1A-B65C-F8A30CF5A153}"/>
              </a:ext>
            </a:extLst>
          </p:cNvPr>
          <p:cNvSpPr txBox="1">
            <a:spLocks/>
          </p:cNvSpPr>
          <p:nvPr>
            <p:custDataLst>
              <p:tags r:id="rId7"/>
            </p:custDataLst>
          </p:nvPr>
        </p:nvSpPr>
        <p:spPr bwMode="auto">
          <a:xfrm>
            <a:off x="1238188" y="6489700"/>
            <a:ext cx="973251"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Public</a:t>
            </a:r>
          </a:p>
        </p:txBody>
      </p:sp>
      <p:sp>
        <p:nvSpPr>
          <p:cNvPr id="25" name="empower_date_placeholder">
            <a:extLst>
              <a:ext uri="{FF2B5EF4-FFF2-40B4-BE49-F238E27FC236}">
                <a16:creationId xmlns:a16="http://schemas.microsoft.com/office/drawing/2014/main" id="{D96F0A90-37BC-4B0D-A29D-8711C51DD447}"/>
              </a:ext>
            </a:extLst>
          </p:cNvPr>
          <p:cNvSpPr txBox="1"/>
          <p:nvPr>
            <p:custDataLst>
              <p:tags r:id="rId8"/>
            </p:custDataLst>
          </p:nvPr>
        </p:nvSpPr>
        <p:spPr bwMode="auto">
          <a:xfrm>
            <a:off x="334963" y="6489700"/>
            <a:ext cx="612000" cy="3611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a:solidFill>
                  <a:schemeClr val="tx1"/>
                </a:solidFill>
                <a:latin typeface="+mn-lt"/>
                <a:ea typeface="+mn-ea"/>
                <a:cs typeface="+mn-cs"/>
              </a:rPr>
              <a:t>2026-03-27</a:t>
            </a:r>
          </a:p>
        </p:txBody>
      </p:sp>
      <p:sp>
        <p:nvSpPr>
          <p:cNvPr id="7" name="Content Left"/>
          <p:cNvSpPr>
            <a:spLocks noGrp="1"/>
          </p:cNvSpPr>
          <p:nvPr>
            <p:ph sz="quarter" idx="13" hasCustomPrompt="1"/>
          </p:nvPr>
        </p:nvSpPr>
        <p:spPr>
          <a:xfrm>
            <a:off x="334800" y="1268414"/>
            <a:ext cx="3744384" cy="5113337"/>
          </a:xfrm>
          <a:prstGeom prst="rect">
            <a:avLst/>
          </a:prstGeo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Content Center"/>
          <p:cNvSpPr>
            <a:spLocks noGrp="1"/>
          </p:cNvSpPr>
          <p:nvPr>
            <p:ph sz="quarter" idx="14" hasCustomPrompt="1"/>
          </p:nvPr>
        </p:nvSpPr>
        <p:spPr>
          <a:xfrm>
            <a:off x="4262399" y="1268414"/>
            <a:ext cx="3672000" cy="5113337"/>
          </a:xfrm>
          <a:prstGeom prst="rect">
            <a:avLst/>
          </a:prstGeo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dirty="0"/>
              <a:t>Click to edit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1" name="Content Right"/>
          <p:cNvSpPr>
            <a:spLocks noGrp="1"/>
          </p:cNvSpPr>
          <p:nvPr>
            <p:ph sz="quarter" idx="15" hasCustomPrompt="1"/>
          </p:nvPr>
        </p:nvSpPr>
        <p:spPr>
          <a:xfrm>
            <a:off x="8113184" y="1268414"/>
            <a:ext cx="3744416" cy="5113337"/>
          </a:xfrm>
          <a:prstGeom prst="rect">
            <a:avLst/>
          </a:prstGeo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itle">
            <a:extLst>
              <a:ext uri="{FF2B5EF4-FFF2-40B4-BE49-F238E27FC236}">
                <a16:creationId xmlns:a16="http://schemas.microsoft.com/office/drawing/2014/main" id="{7A635AE4-FE20-4282-BFFD-96EBDCED60D9}"/>
              </a:ext>
            </a:extLst>
          </p:cNvPr>
          <p:cNvSpPr>
            <a:spLocks noGrp="1"/>
          </p:cNvSpPr>
          <p:nvPr>
            <p:ph type="title" hasCustomPrompt="1"/>
          </p:nvPr>
        </p:nvSpPr>
        <p:spPr/>
        <p:txBody>
          <a:bodyPr/>
          <a:lstStyle>
            <a:lvl1pPr>
              <a:defRPr baseline="0">
                <a:latin typeface="+mj-lt"/>
                <a:ea typeface="+mj-ea"/>
                <a:cs typeface="+mj-cs"/>
              </a:defRPr>
            </a:lvl1pPr>
          </a:lstStyle>
          <a:p>
            <a:r>
              <a:rPr lang="en-US" noProof="0"/>
              <a:t>Click to edit title</a:t>
            </a:r>
          </a:p>
        </p:txBody>
      </p:sp>
      <p:sp>
        <p:nvSpPr>
          <p:cNvPr id="8" name="LOGO PROTECTION" hidden="1">
            <a:extLst>
              <a:ext uri="{FF2B5EF4-FFF2-40B4-BE49-F238E27FC236}">
                <a16:creationId xmlns:a16="http://schemas.microsoft.com/office/drawing/2014/main" id="{96E14A5B-9E91-4287-8D3D-9F9C469D8ECA}"/>
              </a:ext>
            </a:extLst>
          </p:cNvPr>
          <p:cNvSpPr/>
          <p:nvPr>
            <p:custDataLst>
              <p:tags r:id="rId9"/>
            </p:custDataLst>
          </p:nvPr>
        </p:nvSpPr>
        <p:spPr bwMode="auto">
          <a:xfrm>
            <a:off x="10131283" y="1"/>
            <a:ext cx="2060717" cy="836712"/>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noProof="0">
              <a:latin typeface="+mn-lt"/>
              <a:ea typeface="+mn-ea"/>
              <a:cs typeface="+mn-cs"/>
            </a:endParaRPr>
          </a:p>
        </p:txBody>
      </p:sp>
      <p:sp>
        <p:nvSpPr>
          <p:cNvPr id="2" name="Date Placeholder 1" hidden="1">
            <a:extLst>
              <a:ext uri="{FF2B5EF4-FFF2-40B4-BE49-F238E27FC236}">
                <a16:creationId xmlns:a16="http://schemas.microsoft.com/office/drawing/2014/main" id="{210BD89C-2BAC-459E-A79D-05B6C0B33362}"/>
              </a:ext>
            </a:extLst>
          </p:cNvPr>
          <p:cNvSpPr>
            <a:spLocks noGrp="1"/>
          </p:cNvSpPr>
          <p:nvPr>
            <p:ph type="dt" sz="half" idx="16"/>
            <p:custDataLst>
              <p:tags r:id="rId10"/>
            </p:custDataLst>
          </p:nvPr>
        </p:nvSpPr>
        <p:spPr/>
        <p:txBody>
          <a:bodyPr/>
          <a:lstStyle/>
          <a:p>
            <a:r>
              <a:rPr lang="en-US" b="1"/>
              <a:t> </a:t>
            </a:r>
            <a:endParaRPr lang="en-US" b="1" dirty="0"/>
          </a:p>
        </p:txBody>
      </p:sp>
      <p:sp>
        <p:nvSpPr>
          <p:cNvPr id="12" name="Footer Placeholder 11" hidden="1">
            <a:extLst>
              <a:ext uri="{FF2B5EF4-FFF2-40B4-BE49-F238E27FC236}">
                <a16:creationId xmlns:a16="http://schemas.microsoft.com/office/drawing/2014/main" id="{13A018B2-30A4-435D-A599-2BE57EAB5CBC}"/>
              </a:ext>
            </a:extLst>
          </p:cNvPr>
          <p:cNvSpPr>
            <a:spLocks noGrp="1"/>
          </p:cNvSpPr>
          <p:nvPr>
            <p:ph type="ftr" sz="quarter" idx="17"/>
            <p:custDataLst>
              <p:tags r:id="rId11"/>
            </p:custDataLst>
          </p:nvPr>
        </p:nvSpPr>
        <p:spPr/>
        <p:txBody>
          <a:bodyPr/>
          <a:lstStyle/>
          <a:p>
            <a:endParaRPr lang="en-US" dirty="0"/>
          </a:p>
        </p:txBody>
      </p:sp>
      <p:sp>
        <p:nvSpPr>
          <p:cNvPr id="14" name="Slide Number Placeholder 13" hidden="1">
            <a:extLst>
              <a:ext uri="{FF2B5EF4-FFF2-40B4-BE49-F238E27FC236}">
                <a16:creationId xmlns:a16="http://schemas.microsoft.com/office/drawing/2014/main" id="{B6CA23A5-CFDD-4B39-B853-6A18A878BFBF}"/>
              </a:ext>
            </a:extLst>
          </p:cNvPr>
          <p:cNvSpPr>
            <a:spLocks noGrp="1"/>
          </p:cNvSpPr>
          <p:nvPr>
            <p:ph type="sldNum" sz="quarter" idx="18"/>
            <p:custDataLst>
              <p:tags r:id="rId12"/>
            </p:custDataLst>
          </p:nvPr>
        </p:nvSpPr>
        <p:spPr/>
        <p:txBody>
          <a:bodyPr/>
          <a:lstStyle/>
          <a:p>
            <a:r>
              <a:rPr lang="en-US"/>
              <a:t> </a:t>
            </a:r>
            <a:endParaRPr lang="en-US" dirty="0"/>
          </a:p>
        </p:txBody>
      </p:sp>
      <p:sp>
        <p:nvSpPr>
          <p:cNvPr id="3" name="MIO_Placeholder_Mapping" hidden="1">
            <a:extLst>
              <a:ext uri="{FF2B5EF4-FFF2-40B4-BE49-F238E27FC236}">
                <a16:creationId xmlns:a16="http://schemas.microsoft.com/office/drawing/2014/main" id="{226441E8-60EA-42A3-B978-BA612ACACF40}"/>
              </a:ext>
            </a:extLst>
          </p:cNvPr>
          <p:cNvSpPr/>
          <p:nvPr userDrawn="1"/>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spTree>
  </p:cSld>
  <p:clrMapOvr>
    <a:masterClrMapping/>
  </p:clrMapOvr>
  <p:hf sldNum="0" hdr="0"/>
  <p:extLst>
    <p:ext uri="{DCECCB84-F9BA-43D5-87BE-67443E8EF086}">
      <p15:sldGuideLst xmlns:p15="http://schemas.microsoft.com/office/powerpoint/2012/main">
        <p15:guide id="1" orient="horz" pos="4020">
          <p15:clr>
            <a:srgbClr val="FBAE40"/>
          </p15:clr>
        </p15:guide>
        <p15:guide id="2" orient="horz" pos="799">
          <p15:clr>
            <a:srgbClr val="FBAE40"/>
          </p15:clr>
        </p15:guide>
        <p15:guide id="3" pos="4997">
          <p15:clr>
            <a:srgbClr val="FBAE40"/>
          </p15:clr>
        </p15:guide>
        <p15:guide id="4" pos="2683">
          <p15:clr>
            <a:srgbClr val="FBAE40"/>
          </p15:clr>
        </p15:guide>
        <p15:guide id="5" pos="2570">
          <p15:clr>
            <a:srgbClr val="FBAE40"/>
          </p15:clr>
        </p15:guide>
        <p15:guide id="6" pos="5110">
          <p15:clr>
            <a:srgbClr val="FBAE40"/>
          </p15:clr>
        </p15:guide>
        <p15:guide id="7" pos="211">
          <p15:clr>
            <a:srgbClr val="FBAE40"/>
          </p15:clr>
        </p15:guide>
        <p15:guide id="8" pos="7469">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type="objOverTx" preserve="1">
  <p:cSld name="Row | 3 columns">
    <p:spTree>
      <p:nvGrpSpPr>
        <p:cNvPr id="1" name=""/>
        <p:cNvGrpSpPr/>
        <p:nvPr/>
      </p:nvGrpSpPr>
      <p:grpSpPr>
        <a:xfrm>
          <a:off x="0" y="0"/>
          <a:ext cx="0" cy="0"/>
          <a:chOff x="0" y="0"/>
          <a:chExt cx="0" cy="0"/>
        </a:xfrm>
      </p:grpSpPr>
      <p:sp>
        <p:nvSpPr>
          <p:cNvPr id="12" name="empower_additionalText_placeholder" hidden="1">
            <a:extLst>
              <a:ext uri="{FF2B5EF4-FFF2-40B4-BE49-F238E27FC236}">
                <a16:creationId xmlns:a16="http://schemas.microsoft.com/office/drawing/2014/main" id="{488416C1-009C-4276-862C-859A39D89869}"/>
              </a:ext>
            </a:extLst>
          </p:cNvPr>
          <p:cNvSpPr txBox="1"/>
          <p:nvPr>
            <p:custDataLst>
              <p:tags r:id="rId1"/>
            </p:custDataLst>
          </p:nvPr>
        </p:nvSpPr>
        <p:spPr bwMode="auto">
          <a:xfrm>
            <a:off x="2531796" y="6489341"/>
            <a:ext cx="1728000" cy="361459"/>
          </a:xfrm>
          <a:prstGeom prst="rect">
            <a:avLst/>
          </a:prstGeom>
          <a:noFill/>
          <a:ln w="9525">
            <a:noFill/>
            <a:miter lim="800000"/>
            <a:headEnd/>
            <a:tailEnd/>
          </a:ln>
          <a:effectLst/>
        </p:spPr>
        <p:txBody>
          <a:bodyPr wrap="none" lIns="0" tIns="0" rIns="0" bIns="0" rtlCol="0" anchor="ctr" anchorCtr="0">
            <a:noAutofit/>
          </a:bodyPr>
          <a:lstStyle>
            <a:defPPr>
              <a:defRPr lang="en-US"/>
            </a:defPPr>
            <a:lvl1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defRPr sz="800" b="1" kern="0">
                <a:solidFill>
                  <a:srgbClr val="E30034"/>
                </a:solidFill>
                <a:latin typeface="Arial" panose="020B0604020202020204" pitchFamily="34" charset="0"/>
                <a:ea typeface="Verdana" pitchFamily="34" charset="0"/>
                <a:cs typeface="Arial" panose="020B0604020202020204" pitchFamily="34" charset="0"/>
              </a:defRPr>
            </a:lvl1pPr>
          </a:lstStyle>
          <a:p>
            <a:pPr lvl="0" algn="l"/>
            <a:endParaRPr lang="en-US" noProof="0">
              <a:solidFill>
                <a:schemeClr val="tx1"/>
              </a:solidFill>
              <a:latin typeface="+mn-lt"/>
              <a:ea typeface="+mn-ea"/>
              <a:cs typeface="+mn-cs"/>
            </a:endParaRPr>
          </a:p>
        </p:txBody>
      </p:sp>
      <p:sp>
        <p:nvSpPr>
          <p:cNvPr id="10" name="empower_document_placeholder" hidden="1">
            <a:extLst>
              <a:ext uri="{FF2B5EF4-FFF2-40B4-BE49-F238E27FC236}">
                <a16:creationId xmlns:a16="http://schemas.microsoft.com/office/drawing/2014/main" id="{B192327F-A51B-41E2-B3F1-79934B282903}"/>
              </a:ext>
            </a:extLst>
          </p:cNvPr>
          <p:cNvSpPr txBox="1"/>
          <p:nvPr>
            <p:custDataLst>
              <p:tags r:id="rId2"/>
            </p:custDataLst>
          </p:nvPr>
        </p:nvSpPr>
        <p:spPr bwMode="auto">
          <a:xfrm rot="16200000">
            <a:off x="10757888" y="4960337"/>
            <a:ext cx="2592000" cy="250825"/>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700" kern="0" noProof="0">
                <a:solidFill>
                  <a:schemeClr val="tx1"/>
                </a:solidFill>
                <a:latin typeface="+mn-lt"/>
                <a:ea typeface="+mn-ea"/>
                <a:cs typeface="+mn-cs"/>
              </a:rPr>
              <a:t>[Owner:   Doc ID:   Vers.: ]</a:t>
            </a:r>
          </a:p>
        </p:txBody>
      </p:sp>
      <p:sp>
        <p:nvSpPr>
          <p:cNvPr id="16" name="empower_proprietary_placeholder" hidden="1">
            <a:extLst>
              <a:ext uri="{FF2B5EF4-FFF2-40B4-BE49-F238E27FC236}">
                <a16:creationId xmlns:a16="http://schemas.microsoft.com/office/drawing/2014/main" id="{EE529511-279F-4E8D-B98F-7745CB480D72}"/>
              </a:ext>
            </a:extLst>
          </p:cNvPr>
          <p:cNvSpPr txBox="1"/>
          <p:nvPr>
            <p:custDataLst>
              <p:tags r:id="rId3"/>
            </p:custDataLst>
          </p:nvPr>
        </p:nvSpPr>
        <p:spPr bwMode="auto">
          <a:xfrm>
            <a:off x="9444480" y="6489341"/>
            <a:ext cx="972000" cy="361459"/>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Infineon Proprietary</a:t>
            </a:r>
          </a:p>
        </p:txBody>
      </p:sp>
      <p:sp>
        <p:nvSpPr>
          <p:cNvPr id="18" name="empower_draft_placeholder" hidden="1">
            <a:extLst>
              <a:ext uri="{FF2B5EF4-FFF2-40B4-BE49-F238E27FC236}">
                <a16:creationId xmlns:a16="http://schemas.microsoft.com/office/drawing/2014/main" id="{7712C297-5B52-4E05-AEC3-8C81F2A74EE5}"/>
              </a:ext>
            </a:extLst>
          </p:cNvPr>
          <p:cNvSpPr txBox="1"/>
          <p:nvPr>
            <p:custDataLst>
              <p:tags r:id="rId4"/>
            </p:custDataLst>
          </p:nvPr>
        </p:nvSpPr>
        <p:spPr bwMode="auto">
          <a:xfrm>
            <a:off x="8761190" y="6489341"/>
            <a:ext cx="360362" cy="361459"/>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 DRAFT -</a:t>
            </a:r>
            <a:endParaRPr lang="en-US" sz="800" b="1" kern="0" noProof="0" dirty="0">
              <a:solidFill>
                <a:schemeClr val="tx2"/>
              </a:solidFill>
              <a:latin typeface="+mn-lt"/>
              <a:ea typeface="+mn-ea"/>
              <a:cs typeface="+mn-cs"/>
            </a:endParaRPr>
          </a:p>
        </p:txBody>
      </p:sp>
      <p:sp>
        <p:nvSpPr>
          <p:cNvPr id="20" name="empower_footer_placeholder">
            <a:extLst>
              <a:ext uri="{FF2B5EF4-FFF2-40B4-BE49-F238E27FC236}">
                <a16:creationId xmlns:a16="http://schemas.microsoft.com/office/drawing/2014/main" id="{C492E0D9-97C5-4A27-B585-4460769C4D67}"/>
              </a:ext>
            </a:extLst>
          </p:cNvPr>
          <p:cNvSpPr txBox="1"/>
          <p:nvPr>
            <p:custDataLst>
              <p:tags r:id="rId5"/>
            </p:custDataLst>
          </p:nvPr>
        </p:nvSpPr>
        <p:spPr bwMode="auto">
          <a:xfrm>
            <a:off x="4547828" y="6489341"/>
            <a:ext cx="3096343" cy="361459"/>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GB" sz="800" kern="0" noProof="0">
                <a:solidFill>
                  <a:schemeClr val="tx1"/>
                </a:solidFill>
                <a:latin typeface="+mn-lt"/>
                <a:ea typeface="+mn-ea"/>
                <a:cs typeface="+mn-cs"/>
              </a:rPr>
              <a:t>Copyright © Infineon Technologies AG 2026. All rights reserved.</a:t>
            </a:r>
            <a:endParaRPr lang="en-US" sz="800" kern="0" noProof="0" dirty="0">
              <a:solidFill>
                <a:schemeClr val="tx1"/>
              </a:solidFill>
              <a:latin typeface="+mn-lt"/>
              <a:ea typeface="+mn-ea"/>
              <a:cs typeface="+mn-cs"/>
            </a:endParaRPr>
          </a:p>
        </p:txBody>
      </p:sp>
      <p:sp>
        <p:nvSpPr>
          <p:cNvPr id="22" name="empower_classification_attention_placeholder" hidden="1">
            <a:extLst>
              <a:ext uri="{FF2B5EF4-FFF2-40B4-BE49-F238E27FC236}">
                <a16:creationId xmlns:a16="http://schemas.microsoft.com/office/drawing/2014/main" id="{EB4DD739-504C-48CA-BA98-DEE0B3A91EAB}"/>
              </a:ext>
            </a:extLst>
          </p:cNvPr>
          <p:cNvSpPr txBox="1">
            <a:spLocks/>
          </p:cNvSpPr>
          <p:nvPr>
            <p:custDataLst>
              <p:tags r:id="rId6"/>
            </p:custDataLst>
          </p:nvPr>
        </p:nvSpPr>
        <p:spPr bwMode="auto">
          <a:xfrm>
            <a:off x="1238188" y="6489341"/>
            <a:ext cx="971855" cy="361459"/>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Public</a:t>
            </a:r>
          </a:p>
        </p:txBody>
      </p:sp>
      <p:sp>
        <p:nvSpPr>
          <p:cNvPr id="24" name="empower_classification_placeholder">
            <a:extLst>
              <a:ext uri="{FF2B5EF4-FFF2-40B4-BE49-F238E27FC236}">
                <a16:creationId xmlns:a16="http://schemas.microsoft.com/office/drawing/2014/main" id="{D547197E-1EC3-47AA-B644-4B7771421A2B}"/>
              </a:ext>
            </a:extLst>
          </p:cNvPr>
          <p:cNvSpPr txBox="1"/>
          <p:nvPr>
            <p:custDataLst>
              <p:tags r:id="rId7"/>
            </p:custDataLst>
          </p:nvPr>
        </p:nvSpPr>
        <p:spPr bwMode="auto">
          <a:xfrm>
            <a:off x="1238188" y="6489341"/>
            <a:ext cx="973251" cy="361459"/>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Public</a:t>
            </a:r>
          </a:p>
        </p:txBody>
      </p:sp>
      <p:sp>
        <p:nvSpPr>
          <p:cNvPr id="26" name="empower_date_placeholder">
            <a:extLst>
              <a:ext uri="{FF2B5EF4-FFF2-40B4-BE49-F238E27FC236}">
                <a16:creationId xmlns:a16="http://schemas.microsoft.com/office/drawing/2014/main" id="{5B4084F1-8114-4C22-84F5-3D14817A7904}"/>
              </a:ext>
            </a:extLst>
          </p:cNvPr>
          <p:cNvSpPr txBox="1"/>
          <p:nvPr>
            <p:custDataLst>
              <p:tags r:id="rId8"/>
            </p:custDataLst>
          </p:nvPr>
        </p:nvSpPr>
        <p:spPr bwMode="auto">
          <a:xfrm>
            <a:off x="334963" y="6489341"/>
            <a:ext cx="612000" cy="361459"/>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a:solidFill>
                  <a:schemeClr val="tx1"/>
                </a:solidFill>
                <a:latin typeface="+mn-lt"/>
                <a:ea typeface="+mn-ea"/>
                <a:cs typeface="+mn-cs"/>
              </a:rPr>
              <a:t>2026-03-27</a:t>
            </a:r>
          </a:p>
        </p:txBody>
      </p:sp>
      <p:sp>
        <p:nvSpPr>
          <p:cNvPr id="7" name="Content Top"/>
          <p:cNvSpPr>
            <a:spLocks noGrp="1"/>
          </p:cNvSpPr>
          <p:nvPr>
            <p:ph sz="quarter" idx="13" hasCustomPrompt="1"/>
          </p:nvPr>
        </p:nvSpPr>
        <p:spPr>
          <a:xfrm>
            <a:off x="334800" y="1268414"/>
            <a:ext cx="11521280" cy="1368425"/>
          </a:xfrm>
          <a:prstGeom prst="rect">
            <a:avLst/>
          </a:prstGeom>
        </p:spPr>
        <p:txBody>
          <a:bodyPr/>
          <a:lstStyle>
            <a:lvl1pPr>
              <a:spcAft>
                <a:spcPts val="0"/>
              </a:spcAft>
              <a:defRPr>
                <a:latin typeface="+mn-lt"/>
                <a:ea typeface="+mn-ea"/>
                <a:cs typeface="+mn-cs"/>
              </a:defRPr>
            </a:lvl1pPr>
            <a:lvl2pPr>
              <a:spcAft>
                <a:spcPts val="0"/>
              </a:spcAft>
              <a:defRPr>
                <a:latin typeface="+mn-lt"/>
                <a:ea typeface="+mn-ea"/>
                <a:cs typeface="+mn-cs"/>
              </a:defRPr>
            </a:lvl2pPr>
            <a:lvl3pPr>
              <a:spcAft>
                <a:spcPts val="0"/>
              </a:spcAft>
              <a:defRPr>
                <a:latin typeface="+mn-lt"/>
                <a:ea typeface="+mn-ea"/>
                <a:cs typeface="+mn-cs"/>
              </a:defRPr>
            </a:lvl3pPr>
          </a:lstStyle>
          <a:p>
            <a:pPr lvl="0"/>
            <a:r>
              <a:rPr lang="en-US" noProof="0"/>
              <a:t>Click to edit text</a:t>
            </a:r>
          </a:p>
          <a:p>
            <a:pPr lvl="1"/>
            <a:r>
              <a:rPr lang="en-US" noProof="0"/>
              <a:t>Second level</a:t>
            </a:r>
          </a:p>
          <a:p>
            <a:pPr lvl="2"/>
            <a:r>
              <a:rPr lang="en-US" noProof="0"/>
              <a:t>Third level</a:t>
            </a:r>
          </a:p>
        </p:txBody>
      </p:sp>
      <p:sp>
        <p:nvSpPr>
          <p:cNvPr id="9" name="Content Left"/>
          <p:cNvSpPr>
            <a:spLocks noGrp="1"/>
          </p:cNvSpPr>
          <p:nvPr>
            <p:ph sz="quarter" idx="14" hasCustomPrompt="1"/>
          </p:nvPr>
        </p:nvSpPr>
        <p:spPr>
          <a:xfrm>
            <a:off x="334800" y="2781300"/>
            <a:ext cx="3744000" cy="3600451"/>
          </a:xfrm>
          <a:prstGeom prst="rect">
            <a:avLst/>
          </a:prstGeom>
        </p:spPr>
        <p:txBody>
          <a:bodyPr/>
          <a:lstStyle>
            <a:lvl1pPr>
              <a:spcAft>
                <a:spcPts val="0"/>
              </a:spcAft>
              <a:defRPr>
                <a:latin typeface="+mn-lt"/>
                <a:ea typeface="+mn-ea"/>
                <a:cs typeface="+mn-cs"/>
              </a:defRPr>
            </a:lvl1pPr>
            <a:lvl2pPr>
              <a:spcAft>
                <a:spcPts val="0"/>
              </a:spcAft>
              <a:defRPr>
                <a:latin typeface="+mn-lt"/>
                <a:ea typeface="+mn-ea"/>
                <a:cs typeface="+mn-cs"/>
              </a:defRPr>
            </a:lvl2pPr>
            <a:lvl3pPr>
              <a:spcAft>
                <a:spcPts val="0"/>
              </a:spcAft>
              <a:defRPr>
                <a:latin typeface="+mn-lt"/>
                <a:ea typeface="+mn-ea"/>
                <a:cs typeface="+mn-cs"/>
              </a:defRPr>
            </a:lvl3pPr>
            <a:lvl4pPr>
              <a:spcAft>
                <a:spcPts val="0"/>
              </a:spcAft>
              <a:defRPr>
                <a:latin typeface="+mn-lt"/>
                <a:ea typeface="+mn-ea"/>
                <a:cs typeface="+mn-cs"/>
              </a:defRPr>
            </a:lvl4pPr>
            <a:lvl5pPr>
              <a:spcAft>
                <a:spcPts val="0"/>
              </a:spcAft>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Content Center"/>
          <p:cNvSpPr>
            <a:spLocks noGrp="1"/>
          </p:cNvSpPr>
          <p:nvPr>
            <p:ph sz="quarter" idx="15" hasCustomPrompt="1"/>
          </p:nvPr>
        </p:nvSpPr>
        <p:spPr>
          <a:xfrm>
            <a:off x="4259262" y="2781300"/>
            <a:ext cx="3673475" cy="3600451"/>
          </a:xfrm>
          <a:prstGeom prst="rect">
            <a:avLst/>
          </a:prstGeom>
        </p:spPr>
        <p:txBody>
          <a:bodyPr/>
          <a:lstStyle>
            <a:lvl1pPr>
              <a:spcAft>
                <a:spcPts val="0"/>
              </a:spcAft>
              <a:defRPr>
                <a:latin typeface="+mn-lt"/>
                <a:ea typeface="+mn-ea"/>
                <a:cs typeface="+mn-cs"/>
              </a:defRPr>
            </a:lvl1pPr>
            <a:lvl2pPr>
              <a:spcAft>
                <a:spcPts val="0"/>
              </a:spcAft>
              <a:defRPr>
                <a:latin typeface="+mn-lt"/>
                <a:ea typeface="+mn-ea"/>
                <a:cs typeface="+mn-cs"/>
              </a:defRPr>
            </a:lvl2pPr>
            <a:lvl3pPr>
              <a:spcAft>
                <a:spcPts val="0"/>
              </a:spcAft>
              <a:defRPr>
                <a:latin typeface="+mn-lt"/>
                <a:ea typeface="+mn-ea"/>
                <a:cs typeface="+mn-cs"/>
              </a:defRPr>
            </a:lvl3pPr>
            <a:lvl4pPr>
              <a:spcAft>
                <a:spcPts val="0"/>
              </a:spcAft>
              <a:defRPr>
                <a:latin typeface="+mn-lt"/>
                <a:ea typeface="+mn-ea"/>
                <a:cs typeface="+mn-cs"/>
              </a:defRPr>
            </a:lvl4pPr>
            <a:lvl5pPr>
              <a:spcAft>
                <a:spcPts val="0"/>
              </a:spcAft>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Content Right"/>
          <p:cNvSpPr>
            <a:spLocks noGrp="1"/>
          </p:cNvSpPr>
          <p:nvPr>
            <p:ph sz="quarter" idx="16" hasCustomPrompt="1"/>
          </p:nvPr>
        </p:nvSpPr>
        <p:spPr>
          <a:xfrm>
            <a:off x="8113186" y="2781300"/>
            <a:ext cx="3744383" cy="3600451"/>
          </a:xfrm>
          <a:prstGeom prst="rect">
            <a:avLst/>
          </a:prstGeom>
        </p:spPr>
        <p:txBody>
          <a:bodyPr/>
          <a:lstStyle>
            <a:lvl1pPr>
              <a:spcAft>
                <a:spcPts val="0"/>
              </a:spcAft>
              <a:defRPr>
                <a:latin typeface="+mn-lt"/>
                <a:ea typeface="+mn-ea"/>
                <a:cs typeface="+mn-cs"/>
              </a:defRPr>
            </a:lvl1pPr>
            <a:lvl2pPr>
              <a:spcAft>
                <a:spcPts val="0"/>
              </a:spcAft>
              <a:defRPr>
                <a:latin typeface="+mn-lt"/>
                <a:ea typeface="+mn-ea"/>
                <a:cs typeface="+mn-cs"/>
              </a:defRPr>
            </a:lvl2pPr>
            <a:lvl3pPr>
              <a:spcAft>
                <a:spcPts val="0"/>
              </a:spcAft>
              <a:defRPr>
                <a:latin typeface="+mn-lt"/>
                <a:ea typeface="+mn-ea"/>
                <a:cs typeface="+mn-cs"/>
              </a:defRPr>
            </a:lvl3pPr>
            <a:lvl4pPr>
              <a:spcAft>
                <a:spcPts val="0"/>
              </a:spcAft>
              <a:defRPr>
                <a:latin typeface="+mn-lt"/>
                <a:ea typeface="+mn-ea"/>
                <a:cs typeface="+mn-cs"/>
              </a:defRPr>
            </a:lvl4pPr>
            <a:lvl5pPr>
              <a:spcAft>
                <a:spcPts val="0"/>
              </a:spcAft>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itle">
            <a:extLst>
              <a:ext uri="{FF2B5EF4-FFF2-40B4-BE49-F238E27FC236}">
                <a16:creationId xmlns:a16="http://schemas.microsoft.com/office/drawing/2014/main" id="{6C581746-1B2C-4D98-9755-6221A3ED9E38}"/>
              </a:ext>
            </a:extLst>
          </p:cNvPr>
          <p:cNvSpPr>
            <a:spLocks noGrp="1"/>
          </p:cNvSpPr>
          <p:nvPr>
            <p:ph type="title" hasCustomPrompt="1"/>
          </p:nvPr>
        </p:nvSpPr>
        <p:spPr/>
        <p:txBody>
          <a:bodyPr/>
          <a:lstStyle>
            <a:lvl1pPr>
              <a:defRPr baseline="0">
                <a:latin typeface="+mj-lt"/>
                <a:ea typeface="+mj-ea"/>
                <a:cs typeface="+mj-cs"/>
              </a:defRPr>
            </a:lvl1pPr>
          </a:lstStyle>
          <a:p>
            <a:r>
              <a:rPr lang="en-US" noProof="0"/>
              <a:t>Click to edit title</a:t>
            </a:r>
          </a:p>
        </p:txBody>
      </p:sp>
      <p:sp>
        <p:nvSpPr>
          <p:cNvPr id="8" name="LOGO PROTECTION" hidden="1">
            <a:extLst>
              <a:ext uri="{FF2B5EF4-FFF2-40B4-BE49-F238E27FC236}">
                <a16:creationId xmlns:a16="http://schemas.microsoft.com/office/drawing/2014/main" id="{7AAAECD1-71D2-46B6-BF2D-6007823BA888}"/>
              </a:ext>
            </a:extLst>
          </p:cNvPr>
          <p:cNvSpPr/>
          <p:nvPr>
            <p:custDataLst>
              <p:tags r:id="rId9"/>
            </p:custDataLst>
          </p:nvPr>
        </p:nvSpPr>
        <p:spPr bwMode="auto">
          <a:xfrm>
            <a:off x="10131283" y="1"/>
            <a:ext cx="2060717" cy="836712"/>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noProof="0">
              <a:latin typeface="+mn-lt"/>
              <a:ea typeface="+mn-ea"/>
              <a:cs typeface="+mn-cs"/>
            </a:endParaRPr>
          </a:p>
        </p:txBody>
      </p:sp>
      <p:sp>
        <p:nvSpPr>
          <p:cNvPr id="2" name="Date Placeholder 1" hidden="1">
            <a:extLst>
              <a:ext uri="{FF2B5EF4-FFF2-40B4-BE49-F238E27FC236}">
                <a16:creationId xmlns:a16="http://schemas.microsoft.com/office/drawing/2014/main" id="{EA8AF054-4363-4E54-A605-8A5E7CD05422}"/>
              </a:ext>
            </a:extLst>
          </p:cNvPr>
          <p:cNvSpPr>
            <a:spLocks noGrp="1"/>
          </p:cNvSpPr>
          <p:nvPr>
            <p:ph type="dt" sz="half" idx="17"/>
            <p:custDataLst>
              <p:tags r:id="rId10"/>
            </p:custDataLst>
          </p:nvPr>
        </p:nvSpPr>
        <p:spPr/>
        <p:txBody>
          <a:bodyPr/>
          <a:lstStyle/>
          <a:p>
            <a:r>
              <a:rPr lang="en-US" b="1"/>
              <a:t> </a:t>
            </a:r>
            <a:endParaRPr lang="en-US" b="1" dirty="0"/>
          </a:p>
        </p:txBody>
      </p:sp>
      <p:sp>
        <p:nvSpPr>
          <p:cNvPr id="14" name="Footer Placeholder 13" hidden="1">
            <a:extLst>
              <a:ext uri="{FF2B5EF4-FFF2-40B4-BE49-F238E27FC236}">
                <a16:creationId xmlns:a16="http://schemas.microsoft.com/office/drawing/2014/main" id="{C839DAF8-6F4C-441B-B45B-348B7EA8B4B3}"/>
              </a:ext>
            </a:extLst>
          </p:cNvPr>
          <p:cNvSpPr>
            <a:spLocks noGrp="1"/>
          </p:cNvSpPr>
          <p:nvPr>
            <p:ph type="ftr" sz="quarter" idx="18"/>
            <p:custDataLst>
              <p:tags r:id="rId11"/>
            </p:custDataLst>
          </p:nvPr>
        </p:nvSpPr>
        <p:spPr/>
        <p:txBody>
          <a:bodyPr/>
          <a:lstStyle/>
          <a:p>
            <a:endParaRPr lang="en-US" dirty="0"/>
          </a:p>
        </p:txBody>
      </p:sp>
      <p:sp>
        <p:nvSpPr>
          <p:cNvPr id="15" name="Slide Number Placeholder 14" hidden="1">
            <a:extLst>
              <a:ext uri="{FF2B5EF4-FFF2-40B4-BE49-F238E27FC236}">
                <a16:creationId xmlns:a16="http://schemas.microsoft.com/office/drawing/2014/main" id="{0CBA086A-526B-43F0-BEDE-EC3219CC7834}"/>
              </a:ext>
            </a:extLst>
          </p:cNvPr>
          <p:cNvSpPr>
            <a:spLocks noGrp="1"/>
          </p:cNvSpPr>
          <p:nvPr>
            <p:ph type="sldNum" sz="quarter" idx="19"/>
            <p:custDataLst>
              <p:tags r:id="rId12"/>
            </p:custDataLst>
          </p:nvPr>
        </p:nvSpPr>
        <p:spPr/>
        <p:txBody>
          <a:bodyPr/>
          <a:lstStyle/>
          <a:p>
            <a:r>
              <a:rPr lang="en-US"/>
              <a:t> </a:t>
            </a:r>
            <a:endParaRPr lang="en-US" dirty="0"/>
          </a:p>
        </p:txBody>
      </p:sp>
      <p:sp>
        <p:nvSpPr>
          <p:cNvPr id="3" name="MIO_Placeholder_Mapping" hidden="1">
            <a:extLst>
              <a:ext uri="{FF2B5EF4-FFF2-40B4-BE49-F238E27FC236}">
                <a16:creationId xmlns:a16="http://schemas.microsoft.com/office/drawing/2014/main" id="{F76E7CBE-7230-4110-85FB-3718D4B81343}"/>
              </a:ext>
            </a:extLst>
          </p:cNvPr>
          <p:cNvSpPr/>
          <p:nvPr userDrawn="1"/>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spTree>
  </p:cSld>
  <p:clrMapOvr>
    <a:masterClrMapping/>
  </p:clrMapOvr>
  <p:hf sldNum="0" hdr="0"/>
  <p:extLst>
    <p:ext uri="{DCECCB84-F9BA-43D5-87BE-67443E8EF086}">
      <p15:sldGuideLst xmlns:p15="http://schemas.microsoft.com/office/powerpoint/2012/main">
        <p15:guide id="1" pos="4997">
          <p15:clr>
            <a:srgbClr val="FBAE40"/>
          </p15:clr>
        </p15:guide>
        <p15:guide id="2" pos="5110">
          <p15:clr>
            <a:srgbClr val="FBAE40"/>
          </p15:clr>
        </p15:guide>
        <p15:guide id="3" pos="7469">
          <p15:clr>
            <a:srgbClr val="FBAE40"/>
          </p15:clr>
        </p15:guide>
        <p15:guide id="4" pos="2683">
          <p15:clr>
            <a:srgbClr val="FBAE40"/>
          </p15:clr>
        </p15:guide>
        <p15:guide id="5" pos="2570">
          <p15:clr>
            <a:srgbClr val="FBAE40"/>
          </p15:clr>
        </p15:guide>
        <p15:guide id="6" pos="211">
          <p15:clr>
            <a:srgbClr val="FBAE40"/>
          </p15:clr>
        </p15:guide>
        <p15:guide id="7" orient="horz" pos="799">
          <p15:clr>
            <a:srgbClr val="FBAE40"/>
          </p15:clr>
        </p15:guide>
        <p15:guide id="8" orient="horz" pos="4020">
          <p15:clr>
            <a:srgbClr val="FBAE40"/>
          </p15:clr>
        </p15:guide>
        <p15:guide id="9" orient="horz" pos="1661">
          <p15:clr>
            <a:srgbClr val="FBAE40"/>
          </p15:clr>
        </p15:guide>
        <p15:guide id="10" orient="horz" pos="1752">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type="txAndMedia" preserve="1">
  <p:cSld name="4 columns">
    <p:spTree>
      <p:nvGrpSpPr>
        <p:cNvPr id="1" name=""/>
        <p:cNvGrpSpPr/>
        <p:nvPr/>
      </p:nvGrpSpPr>
      <p:grpSpPr>
        <a:xfrm>
          <a:off x="0" y="0"/>
          <a:ext cx="0" cy="0"/>
          <a:chOff x="0" y="0"/>
          <a:chExt cx="0" cy="0"/>
        </a:xfrm>
      </p:grpSpPr>
      <p:sp>
        <p:nvSpPr>
          <p:cNvPr id="11" name="empower_additionalText_placeholder" hidden="1">
            <a:extLst>
              <a:ext uri="{FF2B5EF4-FFF2-40B4-BE49-F238E27FC236}">
                <a16:creationId xmlns:a16="http://schemas.microsoft.com/office/drawing/2014/main" id="{5BFFD0DD-DDFD-422B-86D9-F164E68C0538}"/>
              </a:ext>
            </a:extLst>
          </p:cNvPr>
          <p:cNvSpPr txBox="1"/>
          <p:nvPr>
            <p:custDataLst>
              <p:tags r:id="rId1"/>
            </p:custDataLst>
          </p:nvPr>
        </p:nvSpPr>
        <p:spPr bwMode="auto">
          <a:xfrm>
            <a:off x="2531796" y="6489341"/>
            <a:ext cx="1728000" cy="361459"/>
          </a:xfrm>
          <a:prstGeom prst="rect">
            <a:avLst/>
          </a:prstGeom>
          <a:noFill/>
          <a:ln w="9525">
            <a:noFill/>
            <a:miter lim="800000"/>
            <a:headEnd/>
            <a:tailEnd/>
          </a:ln>
          <a:effectLst/>
        </p:spPr>
        <p:txBody>
          <a:bodyPr wrap="none" lIns="0" tIns="0" rIns="0" bIns="0" rtlCol="0" anchor="ctr" anchorCtr="0">
            <a:noAutofit/>
          </a:bodyPr>
          <a:lstStyle>
            <a:defPPr>
              <a:defRPr lang="en-US"/>
            </a:defPPr>
            <a:lvl1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defRPr sz="800" b="1" kern="0">
                <a:solidFill>
                  <a:srgbClr val="E30034"/>
                </a:solidFill>
                <a:latin typeface="Arial" panose="020B0604020202020204" pitchFamily="34" charset="0"/>
                <a:ea typeface="Verdana" pitchFamily="34" charset="0"/>
                <a:cs typeface="Arial" panose="020B0604020202020204" pitchFamily="34" charset="0"/>
              </a:defRPr>
            </a:lvl1pPr>
          </a:lstStyle>
          <a:p>
            <a:pPr lvl="0" algn="l"/>
            <a:endParaRPr lang="en-US" noProof="0">
              <a:solidFill>
                <a:schemeClr val="tx1"/>
              </a:solidFill>
              <a:latin typeface="+mn-lt"/>
              <a:ea typeface="+mn-ea"/>
              <a:cs typeface="+mn-cs"/>
            </a:endParaRPr>
          </a:p>
        </p:txBody>
      </p:sp>
      <p:sp>
        <p:nvSpPr>
          <p:cNvPr id="5" name="empower_document_placeholder" hidden="1">
            <a:extLst>
              <a:ext uri="{FF2B5EF4-FFF2-40B4-BE49-F238E27FC236}">
                <a16:creationId xmlns:a16="http://schemas.microsoft.com/office/drawing/2014/main" id="{DF070F93-7F88-456A-894C-885F8AC591A3}"/>
              </a:ext>
            </a:extLst>
          </p:cNvPr>
          <p:cNvSpPr txBox="1"/>
          <p:nvPr>
            <p:custDataLst>
              <p:tags r:id="rId2"/>
            </p:custDataLst>
          </p:nvPr>
        </p:nvSpPr>
        <p:spPr bwMode="auto">
          <a:xfrm rot="16200000">
            <a:off x="10757888" y="4960337"/>
            <a:ext cx="2592000" cy="250825"/>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700" kern="0" noProof="0">
                <a:solidFill>
                  <a:schemeClr val="tx1"/>
                </a:solidFill>
                <a:latin typeface="+mn-lt"/>
                <a:ea typeface="+mn-ea"/>
                <a:cs typeface="+mn-cs"/>
              </a:rPr>
              <a:t>[Owner:   Doc ID:   Vers.: ]</a:t>
            </a:r>
          </a:p>
        </p:txBody>
      </p:sp>
      <p:sp>
        <p:nvSpPr>
          <p:cNvPr id="6" name="empower_proprietary_placeholder" hidden="1">
            <a:extLst>
              <a:ext uri="{FF2B5EF4-FFF2-40B4-BE49-F238E27FC236}">
                <a16:creationId xmlns:a16="http://schemas.microsoft.com/office/drawing/2014/main" id="{9A5FF993-F527-4569-A066-E8D346767DE0}"/>
              </a:ext>
            </a:extLst>
          </p:cNvPr>
          <p:cNvSpPr txBox="1"/>
          <p:nvPr>
            <p:custDataLst>
              <p:tags r:id="rId3"/>
            </p:custDataLst>
          </p:nvPr>
        </p:nvSpPr>
        <p:spPr bwMode="auto">
          <a:xfrm>
            <a:off x="9444480" y="6489341"/>
            <a:ext cx="972000" cy="361459"/>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Infineon Proprietary</a:t>
            </a:r>
          </a:p>
        </p:txBody>
      </p:sp>
      <p:sp>
        <p:nvSpPr>
          <p:cNvPr id="7" name="empower_draft_placeholder" hidden="1">
            <a:extLst>
              <a:ext uri="{FF2B5EF4-FFF2-40B4-BE49-F238E27FC236}">
                <a16:creationId xmlns:a16="http://schemas.microsoft.com/office/drawing/2014/main" id="{709C3987-21ED-4B60-B90F-837FB1F2A7A5}"/>
              </a:ext>
            </a:extLst>
          </p:cNvPr>
          <p:cNvSpPr txBox="1"/>
          <p:nvPr>
            <p:custDataLst>
              <p:tags r:id="rId4"/>
            </p:custDataLst>
          </p:nvPr>
        </p:nvSpPr>
        <p:spPr bwMode="auto">
          <a:xfrm>
            <a:off x="8761190" y="6489341"/>
            <a:ext cx="360362" cy="361459"/>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 DRAFT -</a:t>
            </a:r>
            <a:endParaRPr lang="en-US" sz="800" b="1" kern="0" noProof="0" dirty="0">
              <a:solidFill>
                <a:schemeClr val="tx2"/>
              </a:solidFill>
              <a:latin typeface="+mn-lt"/>
              <a:ea typeface="+mn-ea"/>
              <a:cs typeface="+mn-cs"/>
            </a:endParaRPr>
          </a:p>
        </p:txBody>
      </p:sp>
      <p:sp>
        <p:nvSpPr>
          <p:cNvPr id="9" name="empower_footer_placeholder">
            <a:extLst>
              <a:ext uri="{FF2B5EF4-FFF2-40B4-BE49-F238E27FC236}">
                <a16:creationId xmlns:a16="http://schemas.microsoft.com/office/drawing/2014/main" id="{C33D0117-4C9D-47FC-BBAF-7D90814DB7C7}"/>
              </a:ext>
            </a:extLst>
          </p:cNvPr>
          <p:cNvSpPr txBox="1"/>
          <p:nvPr>
            <p:custDataLst>
              <p:tags r:id="rId5"/>
            </p:custDataLst>
          </p:nvPr>
        </p:nvSpPr>
        <p:spPr bwMode="auto">
          <a:xfrm>
            <a:off x="4547828" y="6489341"/>
            <a:ext cx="3096343" cy="361459"/>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GB" sz="800" kern="0" noProof="0">
                <a:solidFill>
                  <a:schemeClr val="tx1"/>
                </a:solidFill>
                <a:latin typeface="+mn-lt"/>
                <a:ea typeface="+mn-ea"/>
                <a:cs typeface="+mn-cs"/>
              </a:rPr>
              <a:t>Copyright © Infineon Technologies AG 2026. All rights reserved.</a:t>
            </a:r>
            <a:endParaRPr lang="en-US" sz="800" kern="0" noProof="0" dirty="0">
              <a:solidFill>
                <a:schemeClr val="tx1"/>
              </a:solidFill>
              <a:latin typeface="+mn-lt"/>
              <a:ea typeface="+mn-ea"/>
              <a:cs typeface="+mn-cs"/>
            </a:endParaRPr>
          </a:p>
        </p:txBody>
      </p:sp>
      <p:sp>
        <p:nvSpPr>
          <p:cNvPr id="10" name="empower_classification_attention_placeholder" hidden="1">
            <a:extLst>
              <a:ext uri="{FF2B5EF4-FFF2-40B4-BE49-F238E27FC236}">
                <a16:creationId xmlns:a16="http://schemas.microsoft.com/office/drawing/2014/main" id="{40F47B66-9156-4480-85AF-99EB0563F553}"/>
              </a:ext>
            </a:extLst>
          </p:cNvPr>
          <p:cNvSpPr txBox="1"/>
          <p:nvPr>
            <p:custDataLst>
              <p:tags r:id="rId6"/>
            </p:custDataLst>
          </p:nvPr>
        </p:nvSpPr>
        <p:spPr bwMode="auto">
          <a:xfrm>
            <a:off x="1238188" y="6489341"/>
            <a:ext cx="971855" cy="361459"/>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Public</a:t>
            </a:r>
          </a:p>
        </p:txBody>
      </p:sp>
      <p:sp>
        <p:nvSpPr>
          <p:cNvPr id="14" name="empower_classification_placeholder">
            <a:extLst>
              <a:ext uri="{FF2B5EF4-FFF2-40B4-BE49-F238E27FC236}">
                <a16:creationId xmlns:a16="http://schemas.microsoft.com/office/drawing/2014/main" id="{B1D76006-023D-437E-80D1-B8FC83CA1329}"/>
              </a:ext>
            </a:extLst>
          </p:cNvPr>
          <p:cNvSpPr txBox="1"/>
          <p:nvPr>
            <p:custDataLst>
              <p:tags r:id="rId7"/>
            </p:custDataLst>
          </p:nvPr>
        </p:nvSpPr>
        <p:spPr bwMode="auto">
          <a:xfrm>
            <a:off x="1238188" y="6489341"/>
            <a:ext cx="973251" cy="361459"/>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Public</a:t>
            </a:r>
          </a:p>
        </p:txBody>
      </p:sp>
      <p:sp>
        <p:nvSpPr>
          <p:cNvPr id="26" name="empower_date_placeholder">
            <a:extLst>
              <a:ext uri="{FF2B5EF4-FFF2-40B4-BE49-F238E27FC236}">
                <a16:creationId xmlns:a16="http://schemas.microsoft.com/office/drawing/2014/main" id="{71DC81B7-1CCA-48F9-8AB9-34BBC16340CF}"/>
              </a:ext>
            </a:extLst>
          </p:cNvPr>
          <p:cNvSpPr txBox="1"/>
          <p:nvPr>
            <p:custDataLst>
              <p:tags r:id="rId8"/>
            </p:custDataLst>
          </p:nvPr>
        </p:nvSpPr>
        <p:spPr bwMode="auto">
          <a:xfrm>
            <a:off x="334963" y="6489341"/>
            <a:ext cx="612000" cy="361459"/>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a:solidFill>
                  <a:schemeClr val="tx1"/>
                </a:solidFill>
                <a:latin typeface="+mn-lt"/>
                <a:ea typeface="+mn-ea"/>
                <a:cs typeface="+mn-cs"/>
              </a:rPr>
              <a:t>2026-03-27</a:t>
            </a:r>
          </a:p>
        </p:txBody>
      </p:sp>
      <p:sp>
        <p:nvSpPr>
          <p:cNvPr id="8" name="Content Left">
            <a:extLst>
              <a:ext uri="{FF2B5EF4-FFF2-40B4-BE49-F238E27FC236}">
                <a16:creationId xmlns:a16="http://schemas.microsoft.com/office/drawing/2014/main" id="{371B7856-37AA-4EBD-9A28-1045DC90A92A}"/>
              </a:ext>
            </a:extLst>
          </p:cNvPr>
          <p:cNvSpPr>
            <a:spLocks noGrp="1"/>
          </p:cNvSpPr>
          <p:nvPr>
            <p:ph sz="quarter" idx="20" hasCustomPrompt="1"/>
          </p:nvPr>
        </p:nvSpPr>
        <p:spPr>
          <a:xfrm>
            <a:off x="334799" y="1268414"/>
            <a:ext cx="2808000" cy="5113338"/>
          </a:xfr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Content Center Left">
            <a:extLst>
              <a:ext uri="{FF2B5EF4-FFF2-40B4-BE49-F238E27FC236}">
                <a16:creationId xmlns:a16="http://schemas.microsoft.com/office/drawing/2014/main" id="{AB4408A9-DF90-4D32-8AE8-9278539718C0}"/>
              </a:ext>
            </a:extLst>
          </p:cNvPr>
          <p:cNvSpPr>
            <a:spLocks noGrp="1"/>
          </p:cNvSpPr>
          <p:nvPr>
            <p:ph sz="quarter" idx="21" hasCustomPrompt="1"/>
          </p:nvPr>
        </p:nvSpPr>
        <p:spPr>
          <a:xfrm>
            <a:off x="3324225" y="1268414"/>
            <a:ext cx="2663825" cy="5113338"/>
          </a:xfr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Content Center Right">
            <a:extLst>
              <a:ext uri="{FF2B5EF4-FFF2-40B4-BE49-F238E27FC236}">
                <a16:creationId xmlns:a16="http://schemas.microsoft.com/office/drawing/2014/main" id="{FFF96914-9970-46DB-82A4-AB1B80110378}"/>
              </a:ext>
            </a:extLst>
          </p:cNvPr>
          <p:cNvSpPr>
            <a:spLocks noGrp="1"/>
          </p:cNvSpPr>
          <p:nvPr>
            <p:ph sz="quarter" idx="22" hasCustomPrompt="1"/>
          </p:nvPr>
        </p:nvSpPr>
        <p:spPr>
          <a:xfrm>
            <a:off x="6203950" y="1268414"/>
            <a:ext cx="2663825" cy="5113338"/>
          </a:xfr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7" name="Content Right">
            <a:extLst>
              <a:ext uri="{FF2B5EF4-FFF2-40B4-BE49-F238E27FC236}">
                <a16:creationId xmlns:a16="http://schemas.microsoft.com/office/drawing/2014/main" id="{6803C6B1-D864-4BE6-AE1F-CA280F4DABD8}"/>
              </a:ext>
            </a:extLst>
          </p:cNvPr>
          <p:cNvSpPr>
            <a:spLocks noGrp="1"/>
          </p:cNvSpPr>
          <p:nvPr>
            <p:ph sz="quarter" idx="23" hasCustomPrompt="1"/>
          </p:nvPr>
        </p:nvSpPr>
        <p:spPr>
          <a:xfrm>
            <a:off x="9048750" y="1268414"/>
            <a:ext cx="2807593" cy="5113338"/>
          </a:xfr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Title">
            <a:extLst>
              <a:ext uri="{FF2B5EF4-FFF2-40B4-BE49-F238E27FC236}">
                <a16:creationId xmlns:a16="http://schemas.microsoft.com/office/drawing/2014/main" id="{CDD773CC-FCEC-46C8-A75B-E70A26A7BF5B}"/>
              </a:ext>
            </a:extLst>
          </p:cNvPr>
          <p:cNvSpPr>
            <a:spLocks noGrp="1"/>
          </p:cNvSpPr>
          <p:nvPr>
            <p:ph type="title" hasCustomPrompt="1"/>
          </p:nvPr>
        </p:nvSpPr>
        <p:spPr/>
        <p:txBody>
          <a:bodyPr/>
          <a:lstStyle>
            <a:lvl1pPr>
              <a:defRPr baseline="0">
                <a:latin typeface="+mj-lt"/>
                <a:ea typeface="+mj-ea"/>
                <a:cs typeface="+mj-cs"/>
              </a:defRPr>
            </a:lvl1pPr>
          </a:lstStyle>
          <a:p>
            <a:r>
              <a:rPr lang="en-US" noProof="0" dirty="0"/>
              <a:t>Click to edit title</a:t>
            </a:r>
          </a:p>
        </p:txBody>
      </p:sp>
      <p:sp>
        <p:nvSpPr>
          <p:cNvPr id="4" name="LOGO PROTECTION" hidden="1">
            <a:extLst>
              <a:ext uri="{FF2B5EF4-FFF2-40B4-BE49-F238E27FC236}">
                <a16:creationId xmlns:a16="http://schemas.microsoft.com/office/drawing/2014/main" id="{FC67C23C-8514-4FAA-ABF5-040B63DA67C4}"/>
              </a:ext>
            </a:extLst>
          </p:cNvPr>
          <p:cNvSpPr/>
          <p:nvPr>
            <p:custDataLst>
              <p:tags r:id="rId9"/>
            </p:custDataLst>
          </p:nvPr>
        </p:nvSpPr>
        <p:spPr bwMode="auto">
          <a:xfrm>
            <a:off x="10131283" y="1"/>
            <a:ext cx="2060717" cy="836712"/>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noProof="0">
              <a:latin typeface="+mn-lt"/>
              <a:ea typeface="+mn-ea"/>
              <a:cs typeface="+mn-cs"/>
            </a:endParaRPr>
          </a:p>
        </p:txBody>
      </p:sp>
      <p:sp>
        <p:nvSpPr>
          <p:cNvPr id="2" name="Date Placeholder 1" hidden="1">
            <a:extLst>
              <a:ext uri="{FF2B5EF4-FFF2-40B4-BE49-F238E27FC236}">
                <a16:creationId xmlns:a16="http://schemas.microsoft.com/office/drawing/2014/main" id="{735BE885-8732-4220-942B-E6D8F286274D}"/>
              </a:ext>
            </a:extLst>
          </p:cNvPr>
          <p:cNvSpPr>
            <a:spLocks noGrp="1"/>
          </p:cNvSpPr>
          <p:nvPr>
            <p:ph type="dt" sz="half" idx="24"/>
            <p:custDataLst>
              <p:tags r:id="rId10"/>
            </p:custDataLst>
          </p:nvPr>
        </p:nvSpPr>
        <p:spPr/>
        <p:txBody>
          <a:bodyPr/>
          <a:lstStyle/>
          <a:p>
            <a:r>
              <a:rPr lang="en-US" b="1"/>
              <a:t> </a:t>
            </a:r>
            <a:endParaRPr lang="en-US" b="1" dirty="0"/>
          </a:p>
        </p:txBody>
      </p:sp>
      <p:sp>
        <p:nvSpPr>
          <p:cNvPr id="13" name="Footer Placeholder 12" hidden="1">
            <a:extLst>
              <a:ext uri="{FF2B5EF4-FFF2-40B4-BE49-F238E27FC236}">
                <a16:creationId xmlns:a16="http://schemas.microsoft.com/office/drawing/2014/main" id="{30570D12-AEFF-4406-B206-CB0D80D8FF49}"/>
              </a:ext>
            </a:extLst>
          </p:cNvPr>
          <p:cNvSpPr>
            <a:spLocks noGrp="1"/>
          </p:cNvSpPr>
          <p:nvPr>
            <p:ph type="ftr" sz="quarter" idx="25"/>
            <p:custDataLst>
              <p:tags r:id="rId11"/>
            </p:custDataLst>
          </p:nvPr>
        </p:nvSpPr>
        <p:spPr/>
        <p:txBody>
          <a:bodyPr/>
          <a:lstStyle/>
          <a:p>
            <a:endParaRPr lang="en-US" dirty="0"/>
          </a:p>
        </p:txBody>
      </p:sp>
      <p:sp>
        <p:nvSpPr>
          <p:cNvPr id="16" name="Slide Number Placeholder 15" hidden="1">
            <a:extLst>
              <a:ext uri="{FF2B5EF4-FFF2-40B4-BE49-F238E27FC236}">
                <a16:creationId xmlns:a16="http://schemas.microsoft.com/office/drawing/2014/main" id="{C49E2653-C8D1-4594-B3A4-0606A88CBB62}"/>
              </a:ext>
            </a:extLst>
          </p:cNvPr>
          <p:cNvSpPr>
            <a:spLocks noGrp="1"/>
          </p:cNvSpPr>
          <p:nvPr>
            <p:ph type="sldNum" sz="quarter" idx="26"/>
            <p:custDataLst>
              <p:tags r:id="rId12"/>
            </p:custDataLst>
          </p:nvPr>
        </p:nvSpPr>
        <p:spPr/>
        <p:txBody>
          <a:bodyPr/>
          <a:lstStyle/>
          <a:p>
            <a:r>
              <a:rPr lang="en-US"/>
              <a:t> </a:t>
            </a:r>
            <a:endParaRPr lang="en-US" dirty="0"/>
          </a:p>
        </p:txBody>
      </p:sp>
      <p:sp>
        <p:nvSpPr>
          <p:cNvPr id="18" name="MIO_Placeholder_Mapping" hidden="1">
            <a:extLst>
              <a:ext uri="{FF2B5EF4-FFF2-40B4-BE49-F238E27FC236}">
                <a16:creationId xmlns:a16="http://schemas.microsoft.com/office/drawing/2014/main" id="{12ADA7AE-DD1C-409A-B0A5-6D14FF7BF270}"/>
              </a:ext>
            </a:extLst>
          </p:cNvPr>
          <p:cNvSpPr/>
          <p:nvPr userDrawn="1"/>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spTree>
  </p:cSld>
  <p:clrMapOvr>
    <a:masterClrMapping/>
  </p:clrMapOvr>
  <p:hf sldNum="0" hdr="0"/>
  <p:extLst>
    <p:ext uri="{DCECCB84-F9BA-43D5-87BE-67443E8EF086}">
      <p15:sldGuideLst xmlns:p15="http://schemas.microsoft.com/office/powerpoint/2012/main">
        <p15:guide id="1" orient="horz" pos="799">
          <p15:clr>
            <a:srgbClr val="FBAE40"/>
          </p15:clr>
        </p15:guide>
        <p15:guide id="2" orient="horz" pos="4020">
          <p15:clr>
            <a:srgbClr val="FBAE40"/>
          </p15:clr>
        </p15:guide>
        <p15:guide id="3" pos="7469">
          <p15:clr>
            <a:srgbClr val="FBAE40"/>
          </p15:clr>
        </p15:guide>
        <p15:guide id="4" pos="211">
          <p15:clr>
            <a:srgbClr val="FBAE40"/>
          </p15:clr>
        </p15:guide>
        <p15:guide id="5" pos="3908">
          <p15:clr>
            <a:srgbClr val="FBAE40"/>
          </p15:clr>
        </p15:guide>
        <p15:guide id="6" pos="3772">
          <p15:clr>
            <a:srgbClr val="FBAE40"/>
          </p15:clr>
        </p15:guide>
        <p15:guide id="7" pos="5586">
          <p15:clr>
            <a:srgbClr val="FBAE40"/>
          </p15:clr>
        </p15:guide>
        <p15:guide id="8" pos="5700">
          <p15:clr>
            <a:srgbClr val="FBAE40"/>
          </p15:clr>
        </p15:guide>
        <p15:guide id="9" pos="1980">
          <p15:clr>
            <a:srgbClr val="FBAE40"/>
          </p15:clr>
        </p15:guide>
        <p15:guide id="10" pos="2094">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OverTx" preserve="1">
  <p:cSld name="Row | 4 columns">
    <p:spTree>
      <p:nvGrpSpPr>
        <p:cNvPr id="1" name=""/>
        <p:cNvGrpSpPr/>
        <p:nvPr/>
      </p:nvGrpSpPr>
      <p:grpSpPr>
        <a:xfrm>
          <a:off x="0" y="0"/>
          <a:ext cx="0" cy="0"/>
          <a:chOff x="0" y="0"/>
          <a:chExt cx="0" cy="0"/>
        </a:xfrm>
      </p:grpSpPr>
      <p:sp>
        <p:nvSpPr>
          <p:cNvPr id="13" name="empower_additionalText_placeholder" hidden="1">
            <a:extLst>
              <a:ext uri="{FF2B5EF4-FFF2-40B4-BE49-F238E27FC236}">
                <a16:creationId xmlns:a16="http://schemas.microsoft.com/office/drawing/2014/main" id="{598DE9EE-A198-41B5-9814-41C66F96D3B0}"/>
              </a:ext>
            </a:extLst>
          </p:cNvPr>
          <p:cNvSpPr txBox="1"/>
          <p:nvPr>
            <p:custDataLst>
              <p:tags r:id="rId1"/>
            </p:custDataLst>
          </p:nvPr>
        </p:nvSpPr>
        <p:spPr bwMode="auto">
          <a:xfrm>
            <a:off x="2531796" y="6489700"/>
            <a:ext cx="1728000" cy="361100"/>
          </a:xfrm>
          <a:prstGeom prst="rect">
            <a:avLst/>
          </a:prstGeom>
          <a:noFill/>
          <a:ln w="9525">
            <a:noFill/>
            <a:miter lim="800000"/>
            <a:headEnd/>
            <a:tailEnd/>
          </a:ln>
          <a:effectLst/>
        </p:spPr>
        <p:txBody>
          <a:bodyPr wrap="none" lIns="0" tIns="0" rIns="0" bIns="0" rtlCol="0" anchor="ctr" anchorCtr="0">
            <a:noAutofit/>
          </a:bodyPr>
          <a:lstStyle>
            <a:defPPr>
              <a:defRPr lang="en-US"/>
            </a:defPPr>
            <a:lvl1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defRPr sz="800" b="1" kern="0">
                <a:solidFill>
                  <a:srgbClr val="E30034"/>
                </a:solidFill>
                <a:latin typeface="Arial" panose="020B0604020202020204" pitchFamily="34" charset="0"/>
                <a:ea typeface="Verdana" pitchFamily="34" charset="0"/>
                <a:cs typeface="Arial" panose="020B0604020202020204" pitchFamily="34" charset="0"/>
              </a:defRPr>
            </a:lvl1pPr>
          </a:lstStyle>
          <a:p>
            <a:pPr lvl="0" algn="l"/>
            <a:endParaRPr lang="en-US" noProof="0">
              <a:solidFill>
                <a:schemeClr val="tx1"/>
              </a:solidFill>
              <a:latin typeface="+mn-lt"/>
              <a:ea typeface="+mn-ea"/>
              <a:cs typeface="+mn-cs"/>
            </a:endParaRPr>
          </a:p>
        </p:txBody>
      </p:sp>
      <p:sp>
        <p:nvSpPr>
          <p:cNvPr id="5" name="empower_document_placeholder" hidden="1">
            <a:extLst>
              <a:ext uri="{FF2B5EF4-FFF2-40B4-BE49-F238E27FC236}">
                <a16:creationId xmlns:a16="http://schemas.microsoft.com/office/drawing/2014/main" id="{0AFB1D71-5FD7-446C-90B5-1DE68C513BD6}"/>
              </a:ext>
            </a:extLst>
          </p:cNvPr>
          <p:cNvSpPr txBox="1"/>
          <p:nvPr>
            <p:custDataLst>
              <p:tags r:id="rId2"/>
            </p:custDataLst>
          </p:nvPr>
        </p:nvSpPr>
        <p:spPr bwMode="auto">
          <a:xfrm rot="16200000">
            <a:off x="10757888" y="4960337"/>
            <a:ext cx="2592000" cy="250825"/>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700" kern="0" noProof="0">
                <a:solidFill>
                  <a:schemeClr val="tx1"/>
                </a:solidFill>
                <a:latin typeface="+mn-lt"/>
                <a:ea typeface="+mn-ea"/>
                <a:cs typeface="+mn-cs"/>
              </a:rPr>
              <a:t>[Owner:   Doc ID:   Vers.: ]</a:t>
            </a:r>
          </a:p>
        </p:txBody>
      </p:sp>
      <p:sp>
        <p:nvSpPr>
          <p:cNvPr id="6" name="empower_proprietary_placeholder" hidden="1">
            <a:extLst>
              <a:ext uri="{FF2B5EF4-FFF2-40B4-BE49-F238E27FC236}">
                <a16:creationId xmlns:a16="http://schemas.microsoft.com/office/drawing/2014/main" id="{57168C6C-B95E-4260-9301-8D1D5988F67B}"/>
              </a:ext>
            </a:extLst>
          </p:cNvPr>
          <p:cNvSpPr txBox="1"/>
          <p:nvPr>
            <p:custDataLst>
              <p:tags r:id="rId3"/>
            </p:custDataLst>
          </p:nvPr>
        </p:nvSpPr>
        <p:spPr bwMode="auto">
          <a:xfrm>
            <a:off x="9444480" y="6489700"/>
            <a:ext cx="972000" cy="3611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Infineon Proprietary</a:t>
            </a:r>
          </a:p>
        </p:txBody>
      </p:sp>
      <p:sp>
        <p:nvSpPr>
          <p:cNvPr id="7" name="empower_draft_placeholder" hidden="1">
            <a:extLst>
              <a:ext uri="{FF2B5EF4-FFF2-40B4-BE49-F238E27FC236}">
                <a16:creationId xmlns:a16="http://schemas.microsoft.com/office/drawing/2014/main" id="{729E2230-F28C-4139-A2F7-536C0BDB8E99}"/>
              </a:ext>
            </a:extLst>
          </p:cNvPr>
          <p:cNvSpPr txBox="1"/>
          <p:nvPr>
            <p:custDataLst>
              <p:tags r:id="rId4"/>
            </p:custDataLst>
          </p:nvPr>
        </p:nvSpPr>
        <p:spPr bwMode="auto">
          <a:xfrm>
            <a:off x="8761190" y="6489700"/>
            <a:ext cx="360362"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 DRAFT -</a:t>
            </a:r>
            <a:endParaRPr lang="en-US" sz="800" b="1" kern="0" noProof="0" dirty="0">
              <a:solidFill>
                <a:schemeClr val="tx2"/>
              </a:solidFill>
              <a:latin typeface="+mn-lt"/>
              <a:ea typeface="+mn-ea"/>
              <a:cs typeface="+mn-cs"/>
            </a:endParaRPr>
          </a:p>
        </p:txBody>
      </p:sp>
      <p:sp>
        <p:nvSpPr>
          <p:cNvPr id="9" name="empower_footer_placeholder">
            <a:extLst>
              <a:ext uri="{FF2B5EF4-FFF2-40B4-BE49-F238E27FC236}">
                <a16:creationId xmlns:a16="http://schemas.microsoft.com/office/drawing/2014/main" id="{2A98BB16-D9CD-4785-A71C-21C57A554883}"/>
              </a:ext>
            </a:extLst>
          </p:cNvPr>
          <p:cNvSpPr txBox="1"/>
          <p:nvPr>
            <p:custDataLst>
              <p:tags r:id="rId5"/>
            </p:custDataLst>
          </p:nvPr>
        </p:nvSpPr>
        <p:spPr bwMode="auto">
          <a:xfrm>
            <a:off x="4547828" y="6489700"/>
            <a:ext cx="3096343" cy="361100"/>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GB" sz="800" kern="0" noProof="0">
                <a:solidFill>
                  <a:schemeClr val="tx1"/>
                </a:solidFill>
                <a:latin typeface="+mn-lt"/>
                <a:ea typeface="+mn-ea"/>
                <a:cs typeface="+mn-cs"/>
              </a:rPr>
              <a:t>Copyright © Infineon Technologies AG 2026. All rights reserved.</a:t>
            </a:r>
            <a:endParaRPr lang="en-US" sz="800" kern="0" noProof="0" dirty="0">
              <a:solidFill>
                <a:schemeClr val="tx1"/>
              </a:solidFill>
              <a:latin typeface="+mn-lt"/>
              <a:ea typeface="+mn-ea"/>
              <a:cs typeface="+mn-cs"/>
            </a:endParaRPr>
          </a:p>
        </p:txBody>
      </p:sp>
      <p:sp>
        <p:nvSpPr>
          <p:cNvPr id="10" name="empower_classification_attention_placeholder" hidden="1">
            <a:extLst>
              <a:ext uri="{FF2B5EF4-FFF2-40B4-BE49-F238E27FC236}">
                <a16:creationId xmlns:a16="http://schemas.microsoft.com/office/drawing/2014/main" id="{333A1F8F-A990-434A-92C1-D59A014E7AFF}"/>
              </a:ext>
            </a:extLst>
          </p:cNvPr>
          <p:cNvSpPr txBox="1"/>
          <p:nvPr>
            <p:custDataLst>
              <p:tags r:id="rId6"/>
            </p:custDataLst>
          </p:nvPr>
        </p:nvSpPr>
        <p:spPr bwMode="auto">
          <a:xfrm>
            <a:off x="1238188" y="6489700"/>
            <a:ext cx="971855"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Public</a:t>
            </a:r>
          </a:p>
        </p:txBody>
      </p:sp>
      <p:sp>
        <p:nvSpPr>
          <p:cNvPr id="11" name="empower_classification_placeholder">
            <a:extLst>
              <a:ext uri="{FF2B5EF4-FFF2-40B4-BE49-F238E27FC236}">
                <a16:creationId xmlns:a16="http://schemas.microsoft.com/office/drawing/2014/main" id="{DBAA7875-DC7B-4CB1-AFAA-A99AEDD01BF7}"/>
              </a:ext>
            </a:extLst>
          </p:cNvPr>
          <p:cNvSpPr txBox="1"/>
          <p:nvPr>
            <p:custDataLst>
              <p:tags r:id="rId7"/>
            </p:custDataLst>
          </p:nvPr>
        </p:nvSpPr>
        <p:spPr bwMode="auto">
          <a:xfrm>
            <a:off x="1238188" y="6489700"/>
            <a:ext cx="973251"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Public</a:t>
            </a:r>
          </a:p>
        </p:txBody>
      </p:sp>
      <p:sp>
        <p:nvSpPr>
          <p:cNvPr id="15" name="empower_date_placeholder">
            <a:extLst>
              <a:ext uri="{FF2B5EF4-FFF2-40B4-BE49-F238E27FC236}">
                <a16:creationId xmlns:a16="http://schemas.microsoft.com/office/drawing/2014/main" id="{5743D8EF-9336-4669-BBD9-501D062A3DB4}"/>
              </a:ext>
            </a:extLst>
          </p:cNvPr>
          <p:cNvSpPr txBox="1"/>
          <p:nvPr>
            <p:custDataLst>
              <p:tags r:id="rId8"/>
            </p:custDataLst>
          </p:nvPr>
        </p:nvSpPr>
        <p:spPr bwMode="auto">
          <a:xfrm>
            <a:off x="334963" y="6489700"/>
            <a:ext cx="612000" cy="3611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a:solidFill>
                  <a:schemeClr val="tx1"/>
                </a:solidFill>
                <a:latin typeface="+mn-lt"/>
                <a:ea typeface="+mn-ea"/>
                <a:cs typeface="+mn-cs"/>
              </a:rPr>
              <a:t>2026-03-27</a:t>
            </a:r>
            <a:endParaRPr lang="en-US" sz="800" kern="0" noProof="0" dirty="0">
              <a:solidFill>
                <a:schemeClr val="tx1"/>
              </a:solidFill>
              <a:latin typeface="+mn-lt"/>
              <a:ea typeface="+mn-ea"/>
              <a:cs typeface="+mn-cs"/>
            </a:endParaRPr>
          </a:p>
        </p:txBody>
      </p:sp>
      <p:sp>
        <p:nvSpPr>
          <p:cNvPr id="8" name="Content Top">
            <a:extLst>
              <a:ext uri="{FF2B5EF4-FFF2-40B4-BE49-F238E27FC236}">
                <a16:creationId xmlns:a16="http://schemas.microsoft.com/office/drawing/2014/main" id="{B528FDA5-64C4-4079-B7B7-97722BA30039}"/>
              </a:ext>
            </a:extLst>
          </p:cNvPr>
          <p:cNvSpPr>
            <a:spLocks noGrp="1"/>
          </p:cNvSpPr>
          <p:nvPr>
            <p:ph sz="quarter" idx="21" hasCustomPrompt="1"/>
          </p:nvPr>
        </p:nvSpPr>
        <p:spPr>
          <a:xfrm>
            <a:off x="334800" y="1268414"/>
            <a:ext cx="11521280" cy="1368425"/>
          </a:xfr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stStyle>
          <a:p>
            <a:pPr lvl="0"/>
            <a:r>
              <a:rPr lang="en-US" noProof="0"/>
              <a:t>Click to edit text</a:t>
            </a:r>
          </a:p>
          <a:p>
            <a:pPr lvl="1"/>
            <a:r>
              <a:rPr lang="en-US" noProof="0"/>
              <a:t>Second level</a:t>
            </a:r>
          </a:p>
          <a:p>
            <a:pPr lvl="2"/>
            <a:r>
              <a:rPr lang="en-US" noProof="0"/>
              <a:t>Third level</a:t>
            </a:r>
          </a:p>
        </p:txBody>
      </p:sp>
      <p:sp>
        <p:nvSpPr>
          <p:cNvPr id="12" name="Content Left">
            <a:extLst>
              <a:ext uri="{FF2B5EF4-FFF2-40B4-BE49-F238E27FC236}">
                <a16:creationId xmlns:a16="http://schemas.microsoft.com/office/drawing/2014/main" id="{11455573-DB68-4634-9EB0-10FDA72EB09C}"/>
              </a:ext>
            </a:extLst>
          </p:cNvPr>
          <p:cNvSpPr>
            <a:spLocks noGrp="1"/>
          </p:cNvSpPr>
          <p:nvPr>
            <p:ph sz="quarter" idx="22" hasCustomPrompt="1"/>
          </p:nvPr>
        </p:nvSpPr>
        <p:spPr>
          <a:xfrm>
            <a:off x="334800" y="2781300"/>
            <a:ext cx="2808000" cy="3600451"/>
          </a:xfr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6" name="Content Center Left">
            <a:extLst>
              <a:ext uri="{FF2B5EF4-FFF2-40B4-BE49-F238E27FC236}">
                <a16:creationId xmlns:a16="http://schemas.microsoft.com/office/drawing/2014/main" id="{DF6A34C2-8D0D-4C18-BD01-86B1344A92DF}"/>
              </a:ext>
            </a:extLst>
          </p:cNvPr>
          <p:cNvSpPr>
            <a:spLocks noGrp="1"/>
          </p:cNvSpPr>
          <p:nvPr>
            <p:ph sz="quarter" idx="23" hasCustomPrompt="1"/>
          </p:nvPr>
        </p:nvSpPr>
        <p:spPr>
          <a:xfrm>
            <a:off x="3324225" y="2781300"/>
            <a:ext cx="2663825" cy="3600451"/>
          </a:xfr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8" name="Content Center Right">
            <a:extLst>
              <a:ext uri="{FF2B5EF4-FFF2-40B4-BE49-F238E27FC236}">
                <a16:creationId xmlns:a16="http://schemas.microsoft.com/office/drawing/2014/main" id="{A331F240-D4BB-4096-BFB7-002D583A4FC9}"/>
              </a:ext>
            </a:extLst>
          </p:cNvPr>
          <p:cNvSpPr>
            <a:spLocks noGrp="1"/>
          </p:cNvSpPr>
          <p:nvPr>
            <p:ph sz="quarter" idx="24" hasCustomPrompt="1"/>
          </p:nvPr>
        </p:nvSpPr>
        <p:spPr>
          <a:xfrm>
            <a:off x="6203950" y="2781300"/>
            <a:ext cx="2663825" cy="3600451"/>
          </a:xfr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0" name="Content Right">
            <a:extLst>
              <a:ext uri="{FF2B5EF4-FFF2-40B4-BE49-F238E27FC236}">
                <a16:creationId xmlns:a16="http://schemas.microsoft.com/office/drawing/2014/main" id="{2BEB3BE2-22F6-4B6B-AB28-F38AB449DED5}"/>
              </a:ext>
            </a:extLst>
          </p:cNvPr>
          <p:cNvSpPr>
            <a:spLocks noGrp="1"/>
          </p:cNvSpPr>
          <p:nvPr>
            <p:ph sz="quarter" idx="25" hasCustomPrompt="1"/>
          </p:nvPr>
        </p:nvSpPr>
        <p:spPr>
          <a:xfrm>
            <a:off x="9048750" y="2781300"/>
            <a:ext cx="2807593" cy="3600451"/>
          </a:xfr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Title">
            <a:extLst>
              <a:ext uri="{FF2B5EF4-FFF2-40B4-BE49-F238E27FC236}">
                <a16:creationId xmlns:a16="http://schemas.microsoft.com/office/drawing/2014/main" id="{B9A27F18-A46A-4C29-AB62-7BEB5215CA63}"/>
              </a:ext>
            </a:extLst>
          </p:cNvPr>
          <p:cNvSpPr>
            <a:spLocks noGrp="1"/>
          </p:cNvSpPr>
          <p:nvPr>
            <p:ph type="title" hasCustomPrompt="1"/>
          </p:nvPr>
        </p:nvSpPr>
        <p:spPr/>
        <p:txBody>
          <a:bodyPr/>
          <a:lstStyle>
            <a:lvl1pPr>
              <a:defRPr baseline="0">
                <a:latin typeface="+mj-lt"/>
                <a:ea typeface="+mj-ea"/>
                <a:cs typeface="+mj-cs"/>
              </a:defRPr>
            </a:lvl1pPr>
          </a:lstStyle>
          <a:p>
            <a:r>
              <a:rPr lang="en-US" noProof="0"/>
              <a:t>Click to edit title</a:t>
            </a:r>
          </a:p>
        </p:txBody>
      </p:sp>
      <p:sp>
        <p:nvSpPr>
          <p:cNvPr id="4" name="LOGO PROTECTION" hidden="1">
            <a:extLst>
              <a:ext uri="{FF2B5EF4-FFF2-40B4-BE49-F238E27FC236}">
                <a16:creationId xmlns:a16="http://schemas.microsoft.com/office/drawing/2014/main" id="{DDE018F7-7CB9-4F69-872D-4609CBE453C0}"/>
              </a:ext>
            </a:extLst>
          </p:cNvPr>
          <p:cNvSpPr/>
          <p:nvPr>
            <p:custDataLst>
              <p:tags r:id="rId9"/>
            </p:custDataLst>
          </p:nvPr>
        </p:nvSpPr>
        <p:spPr bwMode="auto">
          <a:xfrm>
            <a:off x="10131283" y="1"/>
            <a:ext cx="2060717" cy="836712"/>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noProof="0">
              <a:latin typeface="+mn-lt"/>
              <a:ea typeface="+mn-ea"/>
              <a:cs typeface="+mn-cs"/>
            </a:endParaRPr>
          </a:p>
        </p:txBody>
      </p:sp>
      <p:sp>
        <p:nvSpPr>
          <p:cNvPr id="2" name="Date Placeholder 1" hidden="1">
            <a:extLst>
              <a:ext uri="{FF2B5EF4-FFF2-40B4-BE49-F238E27FC236}">
                <a16:creationId xmlns:a16="http://schemas.microsoft.com/office/drawing/2014/main" id="{580E7AAC-C545-4F05-8939-1B218CC948D8}"/>
              </a:ext>
            </a:extLst>
          </p:cNvPr>
          <p:cNvSpPr>
            <a:spLocks noGrp="1"/>
          </p:cNvSpPr>
          <p:nvPr>
            <p:ph type="dt" sz="half" idx="26"/>
            <p:custDataLst>
              <p:tags r:id="rId10"/>
            </p:custDataLst>
          </p:nvPr>
        </p:nvSpPr>
        <p:spPr/>
        <p:txBody>
          <a:bodyPr/>
          <a:lstStyle/>
          <a:p>
            <a:r>
              <a:rPr lang="en-US" b="1"/>
              <a:t> </a:t>
            </a:r>
            <a:endParaRPr lang="en-US" b="1" dirty="0"/>
          </a:p>
        </p:txBody>
      </p:sp>
      <p:sp>
        <p:nvSpPr>
          <p:cNvPr id="14" name="Footer Placeholder 13" hidden="1">
            <a:extLst>
              <a:ext uri="{FF2B5EF4-FFF2-40B4-BE49-F238E27FC236}">
                <a16:creationId xmlns:a16="http://schemas.microsoft.com/office/drawing/2014/main" id="{86E86CFC-21FB-497B-BD25-729619D70F13}"/>
              </a:ext>
            </a:extLst>
          </p:cNvPr>
          <p:cNvSpPr>
            <a:spLocks noGrp="1"/>
          </p:cNvSpPr>
          <p:nvPr>
            <p:ph type="ftr" sz="quarter" idx="27"/>
            <p:custDataLst>
              <p:tags r:id="rId11"/>
            </p:custDataLst>
          </p:nvPr>
        </p:nvSpPr>
        <p:spPr/>
        <p:txBody>
          <a:bodyPr/>
          <a:lstStyle/>
          <a:p>
            <a:endParaRPr lang="en-US" dirty="0"/>
          </a:p>
        </p:txBody>
      </p:sp>
      <p:sp>
        <p:nvSpPr>
          <p:cNvPr id="17" name="Slide Number Placeholder 16" hidden="1">
            <a:extLst>
              <a:ext uri="{FF2B5EF4-FFF2-40B4-BE49-F238E27FC236}">
                <a16:creationId xmlns:a16="http://schemas.microsoft.com/office/drawing/2014/main" id="{C7A23CE7-AF5A-4245-A417-6A94DA58E485}"/>
              </a:ext>
            </a:extLst>
          </p:cNvPr>
          <p:cNvSpPr>
            <a:spLocks noGrp="1"/>
          </p:cNvSpPr>
          <p:nvPr>
            <p:ph type="sldNum" sz="quarter" idx="28"/>
            <p:custDataLst>
              <p:tags r:id="rId12"/>
            </p:custDataLst>
          </p:nvPr>
        </p:nvSpPr>
        <p:spPr/>
        <p:txBody>
          <a:bodyPr/>
          <a:lstStyle/>
          <a:p>
            <a:r>
              <a:rPr lang="en-US"/>
              <a:t> </a:t>
            </a:r>
            <a:endParaRPr lang="en-US" dirty="0"/>
          </a:p>
        </p:txBody>
      </p:sp>
      <p:sp>
        <p:nvSpPr>
          <p:cNvPr id="19" name="MIO_Placeholder_Mapping" hidden="1">
            <a:extLst>
              <a:ext uri="{FF2B5EF4-FFF2-40B4-BE49-F238E27FC236}">
                <a16:creationId xmlns:a16="http://schemas.microsoft.com/office/drawing/2014/main" id="{E3241B79-27A8-4873-89EC-D6F0564709E7}"/>
              </a:ext>
            </a:extLst>
          </p:cNvPr>
          <p:cNvSpPr/>
          <p:nvPr userDrawn="1"/>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spTree>
  </p:cSld>
  <p:clrMapOvr>
    <a:masterClrMapping/>
  </p:clrMapOvr>
  <p:hf sldNum="0" hdr="0"/>
  <p:extLst>
    <p:ext uri="{DCECCB84-F9BA-43D5-87BE-67443E8EF086}">
      <p15:sldGuideLst xmlns:p15="http://schemas.microsoft.com/office/powerpoint/2012/main">
        <p15:guide id="1" orient="horz" pos="799">
          <p15:clr>
            <a:srgbClr val="FBAE40"/>
          </p15:clr>
        </p15:guide>
        <p15:guide id="2" orient="horz" pos="1661">
          <p15:clr>
            <a:srgbClr val="FBAE40"/>
          </p15:clr>
        </p15:guide>
        <p15:guide id="3" orient="horz" pos="1752">
          <p15:clr>
            <a:srgbClr val="FBAE40"/>
          </p15:clr>
        </p15:guide>
        <p15:guide id="4" orient="horz" pos="4020">
          <p15:clr>
            <a:srgbClr val="FBAE40"/>
          </p15:clr>
        </p15:guide>
        <p15:guide id="5" pos="1980">
          <p15:clr>
            <a:srgbClr val="FBAE40"/>
          </p15:clr>
        </p15:guide>
        <p15:guide id="6" pos="211">
          <p15:clr>
            <a:srgbClr val="FBAE40"/>
          </p15:clr>
        </p15:guide>
        <p15:guide id="7" pos="2094">
          <p15:clr>
            <a:srgbClr val="FBAE40"/>
          </p15:clr>
        </p15:guide>
        <p15:guide id="8" pos="3772">
          <p15:clr>
            <a:srgbClr val="FBAE40"/>
          </p15:clr>
        </p15:guide>
        <p15:guide id="9" pos="3908">
          <p15:clr>
            <a:srgbClr val="FBAE40"/>
          </p15:clr>
        </p15:guide>
        <p15:guide id="10" pos="5586">
          <p15:clr>
            <a:srgbClr val="FBAE40"/>
          </p15:clr>
        </p15:guide>
        <p15:guide id="11" pos="5700">
          <p15:clr>
            <a:srgbClr val="FBAE40"/>
          </p15:clr>
        </p15:guide>
        <p15:guide id="12" pos="7469">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5" name="empower_additionalText_placeholder" hidden="1">
            <a:extLst>
              <a:ext uri="{FF2B5EF4-FFF2-40B4-BE49-F238E27FC236}">
                <a16:creationId xmlns:a16="http://schemas.microsoft.com/office/drawing/2014/main" id="{8B492BE2-D2A2-481A-B24A-CDE1C12A85F8}"/>
              </a:ext>
            </a:extLst>
          </p:cNvPr>
          <p:cNvSpPr txBox="1"/>
          <p:nvPr>
            <p:custDataLst>
              <p:tags r:id="rId1"/>
            </p:custDataLst>
          </p:nvPr>
        </p:nvSpPr>
        <p:spPr bwMode="auto">
          <a:xfrm>
            <a:off x="2531796" y="6489700"/>
            <a:ext cx="1728000" cy="361100"/>
          </a:xfrm>
          <a:prstGeom prst="rect">
            <a:avLst/>
          </a:prstGeom>
          <a:noFill/>
          <a:ln w="9525">
            <a:noFill/>
            <a:miter lim="800000"/>
            <a:headEnd/>
            <a:tailEnd/>
          </a:ln>
          <a:effectLst/>
        </p:spPr>
        <p:txBody>
          <a:bodyPr wrap="none" lIns="0" tIns="0" rIns="0" bIns="0" rtlCol="0" anchor="ctr" anchorCtr="0">
            <a:noAutofit/>
          </a:bodyPr>
          <a:lstStyle>
            <a:defPPr>
              <a:defRPr lang="en-US"/>
            </a:defPPr>
            <a:lvl1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defRPr sz="800" b="1" kern="0">
                <a:solidFill>
                  <a:srgbClr val="E30034"/>
                </a:solidFill>
                <a:latin typeface="Arial" panose="020B0604020202020204" pitchFamily="34" charset="0"/>
                <a:ea typeface="Verdana" pitchFamily="34" charset="0"/>
                <a:cs typeface="Arial" panose="020B0604020202020204" pitchFamily="34" charset="0"/>
              </a:defRPr>
            </a:lvl1pPr>
          </a:lstStyle>
          <a:p>
            <a:pPr lvl="0" algn="l"/>
            <a:endParaRPr lang="en-US" baseline="0" noProof="0">
              <a:solidFill>
                <a:schemeClr val="tx1"/>
              </a:solidFill>
              <a:latin typeface="+mn-lt"/>
              <a:ea typeface="+mn-ea"/>
              <a:cs typeface="+mn-cs"/>
            </a:endParaRPr>
          </a:p>
        </p:txBody>
      </p:sp>
      <p:sp>
        <p:nvSpPr>
          <p:cNvPr id="10" name="empower_document_placeholder" hidden="1">
            <a:extLst>
              <a:ext uri="{FF2B5EF4-FFF2-40B4-BE49-F238E27FC236}">
                <a16:creationId xmlns:a16="http://schemas.microsoft.com/office/drawing/2014/main" id="{C269EC22-FB11-4D33-A5AD-970FF7AE0E7D}"/>
              </a:ext>
            </a:extLst>
          </p:cNvPr>
          <p:cNvSpPr txBox="1"/>
          <p:nvPr>
            <p:custDataLst>
              <p:tags r:id="rId2"/>
            </p:custDataLst>
          </p:nvPr>
        </p:nvSpPr>
        <p:spPr bwMode="auto">
          <a:xfrm rot="16200000">
            <a:off x="10757888" y="4960337"/>
            <a:ext cx="2592000" cy="250825"/>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700" kern="0" baseline="0" noProof="0">
                <a:solidFill>
                  <a:schemeClr val="tx1"/>
                </a:solidFill>
                <a:latin typeface="+mn-lt"/>
                <a:ea typeface="+mn-ea"/>
                <a:cs typeface="+mn-cs"/>
              </a:rPr>
              <a:t>[Owner:   Doc ID:   Vers.: ]</a:t>
            </a:r>
          </a:p>
        </p:txBody>
      </p:sp>
      <p:sp>
        <p:nvSpPr>
          <p:cNvPr id="12" name="empower_proprietary_placeholder" hidden="1">
            <a:extLst>
              <a:ext uri="{FF2B5EF4-FFF2-40B4-BE49-F238E27FC236}">
                <a16:creationId xmlns:a16="http://schemas.microsoft.com/office/drawing/2014/main" id="{4B1BF6CA-DC2D-48CD-962D-066217BE39A2}"/>
              </a:ext>
            </a:extLst>
          </p:cNvPr>
          <p:cNvSpPr txBox="1"/>
          <p:nvPr>
            <p:custDataLst>
              <p:tags r:id="rId3"/>
            </p:custDataLst>
          </p:nvPr>
        </p:nvSpPr>
        <p:spPr bwMode="auto">
          <a:xfrm>
            <a:off x="9444480" y="6489700"/>
            <a:ext cx="972000" cy="3611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a:solidFill>
                  <a:schemeClr val="tx1"/>
                </a:solidFill>
                <a:latin typeface="+mn-lt"/>
                <a:ea typeface="+mn-ea"/>
                <a:cs typeface="+mn-cs"/>
              </a:rPr>
              <a:t>Infineon Proprietary</a:t>
            </a:r>
          </a:p>
        </p:txBody>
      </p:sp>
      <p:sp>
        <p:nvSpPr>
          <p:cNvPr id="14" name="empower_draft_placeholder" hidden="1">
            <a:extLst>
              <a:ext uri="{FF2B5EF4-FFF2-40B4-BE49-F238E27FC236}">
                <a16:creationId xmlns:a16="http://schemas.microsoft.com/office/drawing/2014/main" id="{884DECEF-9719-4244-AEE1-2AEA4754457D}"/>
              </a:ext>
            </a:extLst>
          </p:cNvPr>
          <p:cNvSpPr txBox="1"/>
          <p:nvPr>
            <p:custDataLst>
              <p:tags r:id="rId4"/>
            </p:custDataLst>
          </p:nvPr>
        </p:nvSpPr>
        <p:spPr bwMode="auto">
          <a:xfrm>
            <a:off x="8761190" y="6489700"/>
            <a:ext cx="360362"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a:solidFill>
                  <a:schemeClr val="tx2"/>
                </a:solidFill>
                <a:latin typeface="+mn-lt"/>
                <a:ea typeface="+mn-ea"/>
                <a:cs typeface="+mn-cs"/>
              </a:rPr>
              <a:t>- DRAFT -</a:t>
            </a:r>
            <a:endParaRPr lang="en-US" sz="800" b="1" kern="0" baseline="0" noProof="0" dirty="0">
              <a:solidFill>
                <a:schemeClr val="tx2"/>
              </a:solidFill>
              <a:latin typeface="+mn-lt"/>
              <a:ea typeface="+mn-ea"/>
              <a:cs typeface="+mn-cs"/>
            </a:endParaRPr>
          </a:p>
        </p:txBody>
      </p:sp>
      <p:sp>
        <p:nvSpPr>
          <p:cNvPr id="16" name="empower_footer_placeholder">
            <a:extLst>
              <a:ext uri="{FF2B5EF4-FFF2-40B4-BE49-F238E27FC236}">
                <a16:creationId xmlns:a16="http://schemas.microsoft.com/office/drawing/2014/main" id="{4E03D739-7852-4964-A407-6FD3B0FC1EEE}"/>
              </a:ext>
            </a:extLst>
          </p:cNvPr>
          <p:cNvSpPr txBox="1"/>
          <p:nvPr>
            <p:custDataLst>
              <p:tags r:id="rId5"/>
            </p:custDataLst>
          </p:nvPr>
        </p:nvSpPr>
        <p:spPr bwMode="auto">
          <a:xfrm>
            <a:off x="4547828" y="6489700"/>
            <a:ext cx="3096343" cy="361100"/>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GB" sz="800" kern="0" baseline="0" noProof="0">
                <a:solidFill>
                  <a:schemeClr val="tx1"/>
                </a:solidFill>
                <a:latin typeface="+mn-lt"/>
                <a:ea typeface="+mn-ea"/>
                <a:cs typeface="+mn-cs"/>
              </a:rPr>
              <a:t>Copyright © Infineon Technologies AG 2026. All rights reserved.</a:t>
            </a:r>
            <a:endParaRPr lang="en-US" sz="800" kern="0" baseline="0" noProof="0" dirty="0">
              <a:solidFill>
                <a:schemeClr val="tx1"/>
              </a:solidFill>
              <a:latin typeface="+mn-lt"/>
              <a:ea typeface="+mn-ea"/>
              <a:cs typeface="+mn-cs"/>
            </a:endParaRPr>
          </a:p>
        </p:txBody>
      </p:sp>
      <p:sp>
        <p:nvSpPr>
          <p:cNvPr id="18" name="empower_classification_attention_placeholder" hidden="1">
            <a:extLst>
              <a:ext uri="{FF2B5EF4-FFF2-40B4-BE49-F238E27FC236}">
                <a16:creationId xmlns:a16="http://schemas.microsoft.com/office/drawing/2014/main" id="{8BB80B65-0382-459F-AC7F-F3D707F65045}"/>
              </a:ext>
            </a:extLst>
          </p:cNvPr>
          <p:cNvSpPr txBox="1"/>
          <p:nvPr>
            <p:custDataLst>
              <p:tags r:id="rId6"/>
            </p:custDataLst>
          </p:nvPr>
        </p:nvSpPr>
        <p:spPr bwMode="auto">
          <a:xfrm>
            <a:off x="1238188" y="6489700"/>
            <a:ext cx="971855"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a:solidFill>
                  <a:schemeClr val="tx2"/>
                </a:solidFill>
                <a:latin typeface="+mn-lt"/>
                <a:ea typeface="+mn-ea"/>
                <a:cs typeface="+mn-cs"/>
              </a:rPr>
              <a:t>Public</a:t>
            </a:r>
          </a:p>
        </p:txBody>
      </p:sp>
      <p:sp>
        <p:nvSpPr>
          <p:cNvPr id="20" name="empower_classification_placeholder">
            <a:extLst>
              <a:ext uri="{FF2B5EF4-FFF2-40B4-BE49-F238E27FC236}">
                <a16:creationId xmlns:a16="http://schemas.microsoft.com/office/drawing/2014/main" id="{35CA1B3C-86AD-43CD-94E9-5A2E81B7D24E}"/>
              </a:ext>
            </a:extLst>
          </p:cNvPr>
          <p:cNvSpPr txBox="1">
            <a:spLocks/>
          </p:cNvSpPr>
          <p:nvPr>
            <p:custDataLst>
              <p:tags r:id="rId7"/>
            </p:custDataLst>
          </p:nvPr>
        </p:nvSpPr>
        <p:spPr bwMode="auto">
          <a:xfrm>
            <a:off x="1238188" y="6489700"/>
            <a:ext cx="973251"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a:solidFill>
                  <a:schemeClr val="tx1"/>
                </a:solidFill>
                <a:latin typeface="+mn-lt"/>
                <a:ea typeface="+mn-ea"/>
                <a:cs typeface="+mn-cs"/>
              </a:rPr>
              <a:t>Public</a:t>
            </a:r>
          </a:p>
        </p:txBody>
      </p:sp>
      <p:sp>
        <p:nvSpPr>
          <p:cNvPr id="22" name="empower_date_placeholder">
            <a:extLst>
              <a:ext uri="{FF2B5EF4-FFF2-40B4-BE49-F238E27FC236}">
                <a16:creationId xmlns:a16="http://schemas.microsoft.com/office/drawing/2014/main" id="{8E11CE1F-6424-469C-8957-85A359561FBF}"/>
              </a:ext>
            </a:extLst>
          </p:cNvPr>
          <p:cNvSpPr txBox="1"/>
          <p:nvPr>
            <p:custDataLst>
              <p:tags r:id="rId8"/>
            </p:custDataLst>
          </p:nvPr>
        </p:nvSpPr>
        <p:spPr bwMode="auto">
          <a:xfrm>
            <a:off x="334963" y="6489700"/>
            <a:ext cx="612000" cy="3611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baseline="0" noProof="0">
                <a:solidFill>
                  <a:schemeClr val="tx1"/>
                </a:solidFill>
                <a:latin typeface="+mn-lt"/>
                <a:ea typeface="+mn-ea"/>
                <a:cs typeface="+mn-cs"/>
              </a:rPr>
              <a:t>2026-03-27</a:t>
            </a:r>
          </a:p>
        </p:txBody>
      </p:sp>
      <p:sp>
        <p:nvSpPr>
          <p:cNvPr id="7" name="Date Placeholder 6" hidden="1">
            <a:extLst>
              <a:ext uri="{FF2B5EF4-FFF2-40B4-BE49-F238E27FC236}">
                <a16:creationId xmlns:a16="http://schemas.microsoft.com/office/drawing/2014/main" id="{106A8C73-A6AF-4DF0-8894-BF2EC7AA230E}"/>
              </a:ext>
            </a:extLst>
          </p:cNvPr>
          <p:cNvSpPr>
            <a:spLocks noGrp="1"/>
          </p:cNvSpPr>
          <p:nvPr>
            <p:ph type="dt" sz="half" idx="10"/>
            <p:custDataLst>
              <p:tags r:id="rId9"/>
            </p:custDataLst>
          </p:nvPr>
        </p:nvSpPr>
        <p:spPr/>
        <p:txBody>
          <a:bodyPr/>
          <a:lstStyle/>
          <a:p>
            <a:r>
              <a:rPr lang="en-US" b="1"/>
              <a:t> </a:t>
            </a:r>
            <a:endParaRPr lang="en-US" b="1" dirty="0"/>
          </a:p>
        </p:txBody>
      </p:sp>
      <p:sp>
        <p:nvSpPr>
          <p:cNvPr id="8" name="Footer Placeholder 7" hidden="1">
            <a:extLst>
              <a:ext uri="{FF2B5EF4-FFF2-40B4-BE49-F238E27FC236}">
                <a16:creationId xmlns:a16="http://schemas.microsoft.com/office/drawing/2014/main" id="{AB7F0ADB-6E9B-485D-93FC-12BF83F0A674}"/>
              </a:ext>
            </a:extLst>
          </p:cNvPr>
          <p:cNvSpPr>
            <a:spLocks noGrp="1"/>
          </p:cNvSpPr>
          <p:nvPr>
            <p:ph type="ftr" sz="quarter" idx="11"/>
            <p:custDataLst>
              <p:tags r:id="rId10"/>
            </p:custDataLst>
          </p:nvPr>
        </p:nvSpPr>
        <p:spPr/>
        <p:txBody>
          <a:bodyPr/>
          <a:lstStyle/>
          <a:p>
            <a:endParaRPr lang="en-US" dirty="0"/>
          </a:p>
        </p:txBody>
      </p:sp>
      <p:sp>
        <p:nvSpPr>
          <p:cNvPr id="9" name="Slide Number Placeholder 8" hidden="1">
            <a:extLst>
              <a:ext uri="{FF2B5EF4-FFF2-40B4-BE49-F238E27FC236}">
                <a16:creationId xmlns:a16="http://schemas.microsoft.com/office/drawing/2014/main" id="{688F703F-EAD1-4063-8445-95277BEEE9A3}"/>
              </a:ext>
            </a:extLst>
          </p:cNvPr>
          <p:cNvSpPr>
            <a:spLocks noGrp="1"/>
          </p:cNvSpPr>
          <p:nvPr>
            <p:ph type="sldNum" sz="quarter" idx="12"/>
            <p:custDataLst>
              <p:tags r:id="rId11"/>
            </p:custDataLst>
          </p:nvPr>
        </p:nvSpPr>
        <p:spPr/>
        <p:txBody>
          <a:bodyPr/>
          <a:lstStyle/>
          <a:p>
            <a:r>
              <a:rPr lang="en-US"/>
              <a:t> </a:t>
            </a:r>
            <a:endParaRPr lang="en-US" dirty="0"/>
          </a:p>
        </p:txBody>
      </p:sp>
      <p:sp>
        <p:nvSpPr>
          <p:cNvPr id="2" name="MIO_Placeholder_Mapping" hidden="1">
            <a:extLst>
              <a:ext uri="{FF2B5EF4-FFF2-40B4-BE49-F238E27FC236}">
                <a16:creationId xmlns:a16="http://schemas.microsoft.com/office/drawing/2014/main" id="{1AE06898-E172-4A77-BE61-DAD235E107B9}"/>
              </a:ext>
            </a:extLst>
          </p:cNvPr>
          <p:cNvSpPr/>
          <p:nvPr userDrawn="1"/>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spTree>
  </p:cSld>
  <p:clrMapOvr>
    <a:masterClrMapping/>
  </p:clrMapOvr>
  <p:hf sldNum="0" hdr="0"/>
  <p:extLst>
    <p:ext uri="{DCECCB84-F9BA-43D5-87BE-67443E8EF086}">
      <p15:sldGuideLst xmlns:p15="http://schemas.microsoft.com/office/powerpoint/2012/main">
        <p15:guide id="1" pos="7469" userDrawn="1">
          <p15:clr>
            <a:srgbClr val="FBAE40"/>
          </p15:clr>
        </p15:guide>
        <p15:guide id="2" pos="211" userDrawn="1">
          <p15:clr>
            <a:srgbClr val="FBAE40"/>
          </p15:clr>
        </p15:guide>
        <p15:guide id="3" orient="horz" pos="4020" userDrawn="1">
          <p15:clr>
            <a:srgbClr val="FBAE40"/>
          </p15:clr>
        </p15:guide>
        <p15:guide id="4" orient="horz" pos="799"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Fullpic">
    <p:bg>
      <p:bgPr>
        <a:solidFill>
          <a:schemeClr val="accent2"/>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8C9A3C9F-7C21-45B3-9124-006DC5D0E647}"/>
              </a:ext>
            </a:extLst>
          </p:cNvPr>
          <p:cNvSpPr>
            <a:spLocks noGrp="1"/>
          </p:cNvSpPr>
          <p:nvPr>
            <p:ph type="pic" sz="quarter" idx="12"/>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12281 h 6858000"/>
              <a:gd name="connsiteX3" fmla="*/ 12192000 w 12192000"/>
              <a:gd name="connsiteY3" fmla="*/ 6823094 h 6858000"/>
              <a:gd name="connsiteX4" fmla="*/ 12192000 w 12192000"/>
              <a:gd name="connsiteY4" fmla="*/ 6858000 h 6858000"/>
              <a:gd name="connsiteX5" fmla="*/ 0 w 12192000"/>
              <a:gd name="connsiteY5" fmla="*/ 6858000 h 6858000"/>
              <a:gd name="connsiteX6" fmla="*/ 0 w 12192000"/>
              <a:gd name="connsiteY6" fmla="*/ 6823094 h 6858000"/>
              <a:gd name="connsiteX7" fmla="*/ 0 w 12192000"/>
              <a:gd name="connsiteY7" fmla="*/ 681228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0" y="0"/>
                </a:moveTo>
                <a:lnTo>
                  <a:pt x="12192000" y="0"/>
                </a:lnTo>
                <a:lnTo>
                  <a:pt x="12192000" y="6812281"/>
                </a:lnTo>
                <a:lnTo>
                  <a:pt x="12192000" y="6823094"/>
                </a:lnTo>
                <a:lnTo>
                  <a:pt x="12192000" y="6858000"/>
                </a:lnTo>
                <a:lnTo>
                  <a:pt x="0" y="6858000"/>
                </a:lnTo>
                <a:lnTo>
                  <a:pt x="0" y="6823094"/>
                </a:lnTo>
                <a:lnTo>
                  <a:pt x="0" y="6812281"/>
                </a:lnTo>
                <a:close/>
              </a:path>
            </a:pathLst>
          </a:custGeom>
          <a:solidFill>
            <a:srgbClr val="DCD5D7"/>
          </a:solidFill>
        </p:spPr>
        <p:txBody>
          <a:bodyPr wrap="square" tIns="2880000">
            <a:noAutofit/>
          </a:bodyPr>
          <a:lstStyle>
            <a:lvl1pPr algn="ctr">
              <a:buNone/>
              <a:defRPr baseline="0">
                <a:solidFill>
                  <a:schemeClr val="tx1"/>
                </a:solidFill>
                <a:latin typeface="+mn-lt"/>
                <a:ea typeface="+mn-ea"/>
                <a:cs typeface="+mn-cs"/>
              </a:defRPr>
            </a:lvl1pPr>
          </a:lstStyle>
          <a:p>
            <a:r>
              <a:rPr lang="en-US" noProof="0"/>
              <a:t>Click icon to add picture</a:t>
            </a:r>
            <a:endParaRPr lang="en-US" noProof="0" dirty="0"/>
          </a:p>
        </p:txBody>
      </p:sp>
      <p:sp>
        <p:nvSpPr>
          <p:cNvPr id="3" name="MIO_AGENDA_IGNORE_NAVIGATION" hidden="1">
            <a:extLst>
              <a:ext uri="{FF2B5EF4-FFF2-40B4-BE49-F238E27FC236}">
                <a16:creationId xmlns:a16="http://schemas.microsoft.com/office/drawing/2014/main" id="{298E6853-722D-4D8C-A4A5-A6FCEB4A06C0}"/>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4" name="MIO_AGENDA_IGNORE_CHAPTER_REFERENCE" hidden="1">
            <a:extLst>
              <a:ext uri="{FF2B5EF4-FFF2-40B4-BE49-F238E27FC236}">
                <a16:creationId xmlns:a16="http://schemas.microsoft.com/office/drawing/2014/main" id="{4C952A04-6CCB-455C-887C-1B9A3B0ACD0B}"/>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2" name="Date Placeholder 1" hidden="1">
            <a:extLst>
              <a:ext uri="{FF2B5EF4-FFF2-40B4-BE49-F238E27FC236}">
                <a16:creationId xmlns:a16="http://schemas.microsoft.com/office/drawing/2014/main" id="{E7D6FAC8-11F4-4964-9B25-EE9D1E189D30}"/>
              </a:ext>
            </a:extLst>
          </p:cNvPr>
          <p:cNvSpPr>
            <a:spLocks noGrp="1"/>
          </p:cNvSpPr>
          <p:nvPr>
            <p:ph type="dt" sz="half" idx="13"/>
            <p:custDataLst>
              <p:tags r:id="rId1"/>
            </p:custDataLst>
          </p:nvPr>
        </p:nvSpPr>
        <p:spPr/>
        <p:txBody>
          <a:bodyPr/>
          <a:lstStyle/>
          <a:p>
            <a:r>
              <a:rPr lang="en-US" b="1"/>
              <a:t> </a:t>
            </a:r>
            <a:endParaRPr lang="en-US" b="1" dirty="0"/>
          </a:p>
        </p:txBody>
      </p:sp>
      <p:sp>
        <p:nvSpPr>
          <p:cNvPr id="5" name="Footer Placeholder 4" hidden="1">
            <a:extLst>
              <a:ext uri="{FF2B5EF4-FFF2-40B4-BE49-F238E27FC236}">
                <a16:creationId xmlns:a16="http://schemas.microsoft.com/office/drawing/2014/main" id="{B6B82CD2-EA5C-4D03-98C1-175706CF32FC}"/>
              </a:ext>
            </a:extLst>
          </p:cNvPr>
          <p:cNvSpPr>
            <a:spLocks noGrp="1"/>
          </p:cNvSpPr>
          <p:nvPr>
            <p:ph type="ftr" sz="quarter" idx="14"/>
            <p:custDataLst>
              <p:tags r:id="rId2"/>
            </p:custDataLst>
          </p:nvPr>
        </p:nvSpPr>
        <p:spPr/>
        <p:txBody>
          <a:bodyPr/>
          <a:lstStyle/>
          <a:p>
            <a:endParaRPr lang="en-US" dirty="0"/>
          </a:p>
        </p:txBody>
      </p:sp>
      <p:sp>
        <p:nvSpPr>
          <p:cNvPr id="6" name="Slide Number Placeholder 5" hidden="1">
            <a:extLst>
              <a:ext uri="{FF2B5EF4-FFF2-40B4-BE49-F238E27FC236}">
                <a16:creationId xmlns:a16="http://schemas.microsoft.com/office/drawing/2014/main" id="{6C4E2716-EC8F-40FC-B4F8-3418FB160B39}"/>
              </a:ext>
            </a:extLst>
          </p:cNvPr>
          <p:cNvSpPr>
            <a:spLocks noGrp="1"/>
          </p:cNvSpPr>
          <p:nvPr>
            <p:ph type="sldNum" sz="quarter" idx="15"/>
            <p:custDataLst>
              <p:tags r:id="rId3"/>
            </p:custDataLst>
          </p:nvPr>
        </p:nvSpPr>
        <p:spPr/>
        <p:txBody>
          <a:bodyPr/>
          <a:lstStyle/>
          <a:p>
            <a:r>
              <a:rPr lang="en-US"/>
              <a:t> </a:t>
            </a:r>
            <a:endParaRPr lang="en-US" dirty="0"/>
          </a:p>
        </p:txBody>
      </p:sp>
      <p:sp>
        <p:nvSpPr>
          <p:cNvPr id="7" name="MIO_Placeholder_Mapping" hidden="1">
            <a:extLst>
              <a:ext uri="{FF2B5EF4-FFF2-40B4-BE49-F238E27FC236}">
                <a16:creationId xmlns:a16="http://schemas.microsoft.com/office/drawing/2014/main" id="{162DC542-CA6E-49F2-AE52-133D584ED71B}"/>
              </a:ext>
            </a:extLst>
          </p:cNvPr>
          <p:cNvSpPr/>
          <p:nvPr userDrawn="1"/>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spTree>
    <p:extLst>
      <p:ext uri="{BB962C8B-B14F-4D97-AF65-F5344CB8AC3E}">
        <p14:creationId xmlns:p14="http://schemas.microsoft.com/office/powerpoint/2010/main" val="3943257007"/>
      </p:ext>
    </p:extLst>
  </p:cSld>
  <p:clrMapOvr>
    <a:masterClrMapping/>
  </p:clrMapOvr>
  <p:hf sldNum="0" hdr="0"/>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type="objOnly" preserve="1">
  <p:cSld name="Final">
    <p:spTree>
      <p:nvGrpSpPr>
        <p:cNvPr id="1" name=""/>
        <p:cNvGrpSpPr/>
        <p:nvPr/>
      </p:nvGrpSpPr>
      <p:grpSpPr>
        <a:xfrm>
          <a:off x="0" y="0"/>
          <a:ext cx="0" cy="0"/>
          <a:chOff x="0" y="0"/>
          <a:chExt cx="0" cy="0"/>
        </a:xfrm>
      </p:grpSpPr>
      <p:sp>
        <p:nvSpPr>
          <p:cNvPr id="10" name="Background White">
            <a:extLst>
              <a:ext uri="{FF2B5EF4-FFF2-40B4-BE49-F238E27FC236}">
                <a16:creationId xmlns:a16="http://schemas.microsoft.com/office/drawing/2014/main" id="{8739B1C3-A1A6-48E1-B2C4-F4CE3C824436}"/>
              </a:ext>
            </a:extLst>
          </p:cNvPr>
          <p:cNvSpPr/>
          <p:nvPr/>
        </p:nvSpPr>
        <p:spPr bwMode="auto">
          <a:xfrm>
            <a:off x="0" y="0"/>
            <a:ext cx="12192000" cy="6858000"/>
          </a:xfrm>
          <a:prstGeom prst="rect">
            <a:avLst/>
          </a:prstGeom>
          <a:solidFill>
            <a:schemeClr val="bg1"/>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7" name="LOGO PROTECTION" hidden="1">
            <a:extLst>
              <a:ext uri="{FF2B5EF4-FFF2-40B4-BE49-F238E27FC236}">
                <a16:creationId xmlns:a16="http://schemas.microsoft.com/office/drawing/2014/main" id="{8182E335-5A52-4E3C-BCEC-9507D81BA511}"/>
              </a:ext>
            </a:extLst>
          </p:cNvPr>
          <p:cNvSpPr/>
          <p:nvPr>
            <p:custDataLst>
              <p:tags r:id="rId1"/>
            </p:custDataLst>
          </p:nvPr>
        </p:nvSpPr>
        <p:spPr bwMode="auto">
          <a:xfrm>
            <a:off x="2927650" y="1920766"/>
            <a:ext cx="6336702" cy="3088476"/>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6" name="MIO_AGENDA_LAST_SLIDE" hidden="1">
            <a:extLst>
              <a:ext uri="{FF2B5EF4-FFF2-40B4-BE49-F238E27FC236}">
                <a16:creationId xmlns:a16="http://schemas.microsoft.com/office/drawing/2014/main" id="{45591D6F-6D52-44E5-B3AA-2575CCD45201}"/>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12" name="MIO_AGENDA_IGNORE_NAVIGATION" hidden="1">
            <a:extLst>
              <a:ext uri="{FF2B5EF4-FFF2-40B4-BE49-F238E27FC236}">
                <a16:creationId xmlns:a16="http://schemas.microsoft.com/office/drawing/2014/main" id="{C7038F66-C11F-4566-ADAF-A099AF957551}"/>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13" name="MIO_AGENDA_IGNORE_CHAPTER_REFERENCE" hidden="1">
            <a:extLst>
              <a:ext uri="{FF2B5EF4-FFF2-40B4-BE49-F238E27FC236}">
                <a16:creationId xmlns:a16="http://schemas.microsoft.com/office/drawing/2014/main" id="{E0318986-8EA2-446A-AFF2-E8441C3AF8A6}"/>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8" name="Date Placeholder 7" hidden="1">
            <a:extLst>
              <a:ext uri="{FF2B5EF4-FFF2-40B4-BE49-F238E27FC236}">
                <a16:creationId xmlns:a16="http://schemas.microsoft.com/office/drawing/2014/main" id="{087EFA22-3F6E-4210-A8FC-0864CD1DE4EF}"/>
              </a:ext>
            </a:extLst>
          </p:cNvPr>
          <p:cNvSpPr>
            <a:spLocks noGrp="1"/>
          </p:cNvSpPr>
          <p:nvPr>
            <p:ph type="dt" sz="half" idx="10"/>
            <p:custDataLst>
              <p:tags r:id="rId2"/>
            </p:custDataLst>
          </p:nvPr>
        </p:nvSpPr>
        <p:spPr/>
        <p:txBody>
          <a:bodyPr/>
          <a:lstStyle/>
          <a:p>
            <a:r>
              <a:rPr lang="en-US" b="1"/>
              <a:t> </a:t>
            </a:r>
            <a:endParaRPr lang="en-US" b="1" dirty="0"/>
          </a:p>
        </p:txBody>
      </p:sp>
      <p:sp>
        <p:nvSpPr>
          <p:cNvPr id="14" name="Footer Placeholder 13" hidden="1">
            <a:extLst>
              <a:ext uri="{FF2B5EF4-FFF2-40B4-BE49-F238E27FC236}">
                <a16:creationId xmlns:a16="http://schemas.microsoft.com/office/drawing/2014/main" id="{BDF262C8-30D5-474A-BD81-CA14ACCE51B5}"/>
              </a:ext>
            </a:extLst>
          </p:cNvPr>
          <p:cNvSpPr>
            <a:spLocks noGrp="1"/>
          </p:cNvSpPr>
          <p:nvPr>
            <p:ph type="ftr" sz="quarter" idx="11"/>
            <p:custDataLst>
              <p:tags r:id="rId3"/>
            </p:custDataLst>
          </p:nvPr>
        </p:nvSpPr>
        <p:spPr/>
        <p:txBody>
          <a:bodyPr/>
          <a:lstStyle/>
          <a:p>
            <a:endParaRPr lang="en-US" dirty="0"/>
          </a:p>
        </p:txBody>
      </p:sp>
      <p:sp>
        <p:nvSpPr>
          <p:cNvPr id="15" name="Slide Number Placeholder 14" hidden="1">
            <a:extLst>
              <a:ext uri="{FF2B5EF4-FFF2-40B4-BE49-F238E27FC236}">
                <a16:creationId xmlns:a16="http://schemas.microsoft.com/office/drawing/2014/main" id="{3F1C5DF9-A781-4661-8C3B-816A398ADFDD}"/>
              </a:ext>
            </a:extLst>
          </p:cNvPr>
          <p:cNvSpPr>
            <a:spLocks noGrp="1"/>
          </p:cNvSpPr>
          <p:nvPr>
            <p:ph type="sldNum" sz="quarter" idx="12"/>
            <p:custDataLst>
              <p:tags r:id="rId4"/>
            </p:custDataLst>
          </p:nvPr>
        </p:nvSpPr>
        <p:spPr/>
        <p:txBody>
          <a:bodyPr/>
          <a:lstStyle/>
          <a:p>
            <a:r>
              <a:rPr lang="en-US"/>
              <a:t> </a:t>
            </a:r>
            <a:endParaRPr lang="en-US" dirty="0"/>
          </a:p>
        </p:txBody>
      </p:sp>
      <p:sp>
        <p:nvSpPr>
          <p:cNvPr id="2" name="MIO_Placeholder_Mapping" hidden="1">
            <a:extLst>
              <a:ext uri="{FF2B5EF4-FFF2-40B4-BE49-F238E27FC236}">
                <a16:creationId xmlns:a16="http://schemas.microsoft.com/office/drawing/2014/main" id="{77B07280-C452-41A8-A8A7-B816EB9C3C9E}"/>
              </a:ext>
            </a:extLst>
          </p:cNvPr>
          <p:cNvSpPr/>
          <p:nvPr userDrawn="1">
            <p:custDataLst>
              <p:tags r:id="rId5"/>
            </p:custDataLst>
          </p:nvPr>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pic>
        <p:nvPicPr>
          <p:cNvPr id="4" name="LOGO">
            <a:extLst>
              <a:ext uri="{FF2B5EF4-FFF2-40B4-BE49-F238E27FC236}">
                <a16:creationId xmlns:a16="http://schemas.microsoft.com/office/drawing/2014/main" id="{1D664F82-C381-42D9-B168-31F6D4282D28}"/>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4566446" y="2755984"/>
            <a:ext cx="3077814" cy="1346031"/>
          </a:xfrm>
          <a:prstGeom prst="rect">
            <a:avLst/>
          </a:prstGeom>
        </p:spPr>
      </p:pic>
    </p:spTree>
    <p:extLst>
      <p:ext uri="{BB962C8B-B14F-4D97-AF65-F5344CB8AC3E}">
        <p14:creationId xmlns:p14="http://schemas.microsoft.com/office/powerpoint/2010/main" val="197727015"/>
      </p:ext>
    </p:extLst>
  </p:cSld>
  <p:clrMapOvr>
    <a:masterClrMapping/>
  </p:clrMapOvr>
  <p:hf sldNum="0" hdr="0"/>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image" Target="../media/image1.png"/><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ags" Target="../tags/tag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ags" Target="../tags/tag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ags" Target="../tags/tag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blackWhite">
      <p:bgPr>
        <a:solidFill>
          <a:schemeClr val="bg1"/>
        </a:solidFill>
        <a:effectLst/>
      </p:bgPr>
    </p:bg>
    <p:spTree>
      <p:nvGrpSpPr>
        <p:cNvPr id="1" name=""/>
        <p:cNvGrpSpPr/>
        <p:nvPr/>
      </p:nvGrpSpPr>
      <p:grpSpPr>
        <a:xfrm>
          <a:off x="0" y="0"/>
          <a:ext cx="0" cy="0"/>
          <a:chOff x="0" y="0"/>
          <a:chExt cx="0" cy="0"/>
        </a:xfrm>
      </p:grpSpPr>
      <p:sp>
        <p:nvSpPr>
          <p:cNvPr id="5" name="Slide Number Placeholder" hidden="1">
            <a:extLst>
              <a:ext uri="{FF2B5EF4-FFF2-40B4-BE49-F238E27FC236}">
                <a16:creationId xmlns:a16="http://schemas.microsoft.com/office/drawing/2014/main" id="{372AE43B-8F10-43C8-8785-1E1CB85CFADE}"/>
              </a:ext>
            </a:extLst>
          </p:cNvPr>
          <p:cNvSpPr>
            <a:spLocks noGrp="1"/>
          </p:cNvSpPr>
          <p:nvPr>
            <p:ph type="sldNum" sz="quarter" idx="4"/>
            <p:custDataLst>
              <p:tags r:id="rId22"/>
            </p:custDataLst>
          </p:nvPr>
        </p:nvSpPr>
        <p:spPr>
          <a:xfrm>
            <a:off x="12192000" y="6858000"/>
            <a:ext cx="0" cy="0"/>
          </a:xfrm>
          <a:prstGeom prst="rect">
            <a:avLst/>
          </a:prstGeom>
        </p:spPr>
        <p:txBody>
          <a:bodyPr vert="horz" wrap="none" lIns="0" tIns="0" rIns="0" bIns="0" rtlCol="0" anchor="b">
            <a:noAutofit/>
          </a:bodyPr>
          <a:lstStyle>
            <a:lvl1pPr algn="r" fontAlgn="t">
              <a:buClr>
                <a:srgbClr val="928285"/>
              </a:buClr>
              <a:defRPr sz="100" b="0">
                <a:noFill/>
                <a:latin typeface="+mn-lt"/>
                <a:ea typeface="+mn-ea"/>
                <a:cs typeface="+mn-cs"/>
              </a:defRPr>
            </a:lvl1pPr>
          </a:lstStyle>
          <a:p>
            <a:r>
              <a:rPr lang="en-US"/>
              <a:t> </a:t>
            </a:r>
            <a:endParaRPr lang="en-US" dirty="0"/>
          </a:p>
        </p:txBody>
      </p:sp>
      <p:sp>
        <p:nvSpPr>
          <p:cNvPr id="7" name="Footer Placeholder" hidden="1">
            <a:extLst>
              <a:ext uri="{FF2B5EF4-FFF2-40B4-BE49-F238E27FC236}">
                <a16:creationId xmlns:a16="http://schemas.microsoft.com/office/drawing/2014/main" id="{4D268FD3-4056-49DC-8C79-D4C201EED65B}"/>
              </a:ext>
            </a:extLst>
          </p:cNvPr>
          <p:cNvSpPr>
            <a:spLocks noGrp="1"/>
          </p:cNvSpPr>
          <p:nvPr>
            <p:ph type="ftr" sz="quarter" idx="3"/>
            <p:custDataLst>
              <p:tags r:id="rId23"/>
            </p:custDataLst>
          </p:nvPr>
        </p:nvSpPr>
        <p:spPr>
          <a:xfrm>
            <a:off x="12192000" y="6858000"/>
            <a:ext cx="0" cy="0"/>
          </a:xfrm>
          <a:prstGeom prst="rect">
            <a:avLst/>
          </a:prstGeom>
        </p:spPr>
        <p:txBody>
          <a:bodyPr vert="horz" wrap="none" lIns="0" tIns="0" rIns="0" bIns="0" rtlCol="0" anchor="b">
            <a:noAutofit/>
          </a:bodyPr>
          <a:lstStyle>
            <a:lvl1pPr algn="r" fontAlgn="t">
              <a:buClr>
                <a:schemeClr val="accent2"/>
              </a:buClr>
              <a:defRPr sz="100" b="0">
                <a:noFill/>
                <a:latin typeface="+mn-lt"/>
                <a:ea typeface="+mn-ea"/>
              </a:defRPr>
            </a:lvl1pPr>
          </a:lstStyle>
          <a:p>
            <a:endParaRPr lang="en-US" dirty="0"/>
          </a:p>
        </p:txBody>
      </p:sp>
      <p:sp>
        <p:nvSpPr>
          <p:cNvPr id="6" name="Date Placeholder" hidden="1">
            <a:extLst>
              <a:ext uri="{FF2B5EF4-FFF2-40B4-BE49-F238E27FC236}">
                <a16:creationId xmlns:a16="http://schemas.microsoft.com/office/drawing/2014/main" id="{59032602-9911-40B1-9BF6-AFD731868C06}"/>
              </a:ext>
            </a:extLst>
          </p:cNvPr>
          <p:cNvSpPr>
            <a:spLocks noGrp="1"/>
          </p:cNvSpPr>
          <p:nvPr>
            <p:ph type="dt" sz="half" idx="2"/>
            <p:custDataLst>
              <p:tags r:id="rId24"/>
            </p:custDataLst>
          </p:nvPr>
        </p:nvSpPr>
        <p:spPr>
          <a:xfrm>
            <a:off x="12192000" y="6858000"/>
            <a:ext cx="0" cy="0"/>
          </a:xfrm>
          <a:prstGeom prst="rect">
            <a:avLst/>
          </a:prstGeom>
        </p:spPr>
        <p:txBody>
          <a:bodyPr vert="horz" wrap="none" lIns="0" tIns="0" rIns="0" bIns="0" rtlCol="0" anchor="b">
            <a:noAutofit/>
          </a:bodyPr>
          <a:lstStyle>
            <a:lvl1pPr algn="r" fontAlgn="t">
              <a:buClr>
                <a:schemeClr val="accent2"/>
              </a:buClr>
              <a:defRPr sz="100" b="0">
                <a:noFill/>
                <a:latin typeface="+mn-lt"/>
                <a:ea typeface="+mn-ea"/>
              </a:defRPr>
            </a:lvl1pPr>
          </a:lstStyle>
          <a:p>
            <a:r>
              <a:rPr lang="en-US" b="1"/>
              <a:t> </a:t>
            </a:r>
            <a:endParaRPr lang="en-US" b="1" dirty="0"/>
          </a:p>
        </p:txBody>
      </p:sp>
      <p:sp>
        <p:nvSpPr>
          <p:cNvPr id="15" name="Title"/>
          <p:cNvSpPr>
            <a:spLocks noGrp="1"/>
          </p:cNvSpPr>
          <p:nvPr>
            <p:ph type="title"/>
          </p:nvPr>
        </p:nvSpPr>
        <p:spPr>
          <a:xfrm>
            <a:off x="335360" y="188720"/>
            <a:ext cx="9613068" cy="720000"/>
          </a:xfrm>
          <a:prstGeom prst="rect">
            <a:avLst/>
          </a:prstGeom>
        </p:spPr>
        <p:txBody>
          <a:bodyPr vert="horz" lIns="0" tIns="0" rIns="0" bIns="10800" rtlCol="0" anchor="b" anchorCtr="0">
            <a:noAutofit/>
          </a:bodyPr>
          <a:lstStyle/>
          <a:p>
            <a:r>
              <a:rPr lang="en-US" noProof="0" dirty="0"/>
              <a:t>Click to edit title</a:t>
            </a:r>
          </a:p>
        </p:txBody>
      </p:sp>
      <p:sp>
        <p:nvSpPr>
          <p:cNvPr id="16" name="Content"/>
          <p:cNvSpPr>
            <a:spLocks noGrp="1"/>
          </p:cNvSpPr>
          <p:nvPr>
            <p:ph type="body" idx="1"/>
          </p:nvPr>
        </p:nvSpPr>
        <p:spPr>
          <a:xfrm>
            <a:off x="334434" y="1268414"/>
            <a:ext cx="11521017" cy="5113337"/>
          </a:xfrm>
          <a:prstGeom prst="rect">
            <a:avLst/>
          </a:prstGeom>
        </p:spPr>
        <p:txBody>
          <a:bodyPr vert="horz" lIns="0" tIns="0" rIns="0" bIns="0" rtlCol="0">
            <a:noAutofit/>
          </a:bodyPr>
          <a:lstStyle/>
          <a:p>
            <a:pPr lvl="0"/>
            <a:r>
              <a:rPr lang="en-US" noProof="0" dirty="0"/>
              <a:t>Click to edit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lvl="5"/>
            <a:r>
              <a:rPr lang="en-US" noProof="0" dirty="0"/>
              <a:t>Sixth level</a:t>
            </a:r>
          </a:p>
          <a:p>
            <a:pPr lvl="6"/>
            <a:r>
              <a:rPr lang="en-US" noProof="0" dirty="0"/>
              <a:t>Seventh level</a:t>
            </a:r>
          </a:p>
          <a:p>
            <a:pPr lvl="7"/>
            <a:r>
              <a:rPr lang="en-US" noProof="0" dirty="0"/>
              <a:t>Eighth level</a:t>
            </a:r>
          </a:p>
          <a:p>
            <a:pPr lvl="8"/>
            <a:r>
              <a:rPr lang="en-US" noProof="0" dirty="0"/>
              <a:t>Ninth level</a:t>
            </a:r>
          </a:p>
        </p:txBody>
      </p:sp>
      <p:sp>
        <p:nvSpPr>
          <p:cNvPr id="3" name="empower - DO NOT DELETE!!!" hidden="1"/>
          <p:cNvSpPr/>
          <p:nvPr userDrawn="1">
            <p:custDataLst>
              <p:tags r:id="rId25"/>
            </p:custDataLst>
          </p:nvPr>
        </p:nvSpPr>
        <p:spPr bwMode="auto">
          <a:xfrm>
            <a:off x="0" y="0"/>
            <a:ext cx="0" cy="0"/>
          </a:xfrm>
          <a:prstGeom prst="ellipse">
            <a:avLst/>
          </a:prstGeom>
          <a:solidFill>
            <a:schemeClr val="accent4"/>
          </a:solidFill>
          <a:ln w="9525">
            <a:noFill/>
            <a:miter lim="800000"/>
            <a:headEnd/>
            <a:tailEnd/>
          </a:ln>
        </p:spPr>
        <p:txBody>
          <a:bodyPr wrap="square" lIns="72000" tIns="72000" rIns="72000" bIns="72000" rtlCol="0" anchor="ctr"/>
          <a:lstStyle/>
          <a:p>
            <a:pPr lvl="0" algn="ctr" eaLnBrk="0" hangingPunct="0"/>
            <a:endParaRPr lang="en-US" sz="1600" baseline="0" noProof="0" dirty="0">
              <a:latin typeface="+mn-lt"/>
              <a:ea typeface="+mn-ea"/>
              <a:cs typeface="+mn-cs"/>
            </a:endParaRPr>
          </a:p>
        </p:txBody>
      </p:sp>
      <p:sp>
        <p:nvSpPr>
          <p:cNvPr id="4" name="Fixed Page Placeholder">
            <a:extLst>
              <a:ext uri="{FF2B5EF4-FFF2-40B4-BE49-F238E27FC236}">
                <a16:creationId xmlns:a16="http://schemas.microsoft.com/office/drawing/2014/main" id="{E361B9A9-2219-4F44-982D-701D7F2A6185}"/>
              </a:ext>
            </a:extLst>
          </p:cNvPr>
          <p:cNvSpPr txBox="1"/>
          <p:nvPr userDrawn="1"/>
        </p:nvSpPr>
        <p:spPr bwMode="auto">
          <a:xfrm>
            <a:off x="11471403" y="6489341"/>
            <a:ext cx="384048" cy="361460"/>
          </a:xfrm>
          <a:prstGeom prst="rect">
            <a:avLst/>
          </a:prstGeom>
          <a:noFill/>
          <a:ln w="9525">
            <a:noFill/>
            <a:miter lim="800000"/>
            <a:headEnd/>
            <a:tailEnd/>
          </a:ln>
          <a:effectLst/>
        </p:spPr>
        <p:txBody>
          <a:bodyPr wrap="square" lIns="0" tIns="0" rIns="0" bIns="0" rtlCol="0" anchor="ctr" anchorCtr="0">
            <a:noAutofit/>
          </a:bodyPr>
          <a:lstStyle/>
          <a:p>
            <a:pPr marL="0" marR="0" indent="0" algn="r" defTabSz="576000" eaLnBrk="0" fontAlgn="auto" latinLnBrk="0" hangingPunct="0">
              <a:spcBef>
                <a:spcPts val="0"/>
              </a:spcBef>
              <a:spcAft>
                <a:spcPts val="0"/>
              </a:spcAft>
              <a:buClr>
                <a:schemeClr val="accent1"/>
              </a:buClr>
              <a:buSzTx/>
              <a:buFontTx/>
              <a:buNone/>
              <a:tabLst/>
            </a:pPr>
            <a:fld id="{AE05A9AF-4D70-4052-9354-7E4D957B036D}" type="slidenum">
              <a:rPr lang="en-US" sz="800" b="1" kern="0" baseline="0">
                <a:solidFill>
                  <a:schemeClr val="tx1"/>
                </a:solidFill>
                <a:latin typeface="+mn-lt"/>
                <a:ea typeface="+mn-ea"/>
                <a:cs typeface="+mn-cs"/>
              </a:rPr>
              <a:pPr marL="0" marR="0" indent="0" algn="r" defTabSz="576000" eaLnBrk="0" fontAlgn="auto" latinLnBrk="0" hangingPunct="0">
                <a:spcBef>
                  <a:spcPts val="0"/>
                </a:spcBef>
                <a:spcAft>
                  <a:spcPts val="0"/>
                </a:spcAft>
                <a:buClr>
                  <a:schemeClr val="accent1"/>
                </a:buClr>
                <a:buSzTx/>
                <a:buFontTx/>
                <a:buNone/>
                <a:tabLst/>
              </a:pPr>
              <a:t>‹#›</a:t>
            </a:fld>
            <a:endParaRPr lang="en-US" sz="800" b="1" kern="0" baseline="0" dirty="0">
              <a:solidFill>
                <a:schemeClr val="tx1"/>
              </a:solidFill>
              <a:latin typeface="+mn-lt"/>
              <a:ea typeface="+mn-ea"/>
              <a:cs typeface="+mn-cs"/>
            </a:endParaRPr>
          </a:p>
        </p:txBody>
      </p:sp>
      <p:pic>
        <p:nvPicPr>
          <p:cNvPr id="10" name="LOGO">
            <a:extLst>
              <a:ext uri="{FF2B5EF4-FFF2-40B4-BE49-F238E27FC236}">
                <a16:creationId xmlns:a16="http://schemas.microsoft.com/office/drawing/2014/main" id="{F0C8D1F1-BA28-4973-A394-021D3C969BE1}"/>
              </a:ext>
            </a:extLst>
          </p:cNvPr>
          <p:cNvPicPr>
            <a:picLocks noChangeAspect="1"/>
          </p:cNvPicPr>
          <p:nvPr userDrawn="1"/>
        </p:nvPicPr>
        <p:blipFill>
          <a:blip r:embed="rId26">
            <a:extLst>
              <a:ext uri="{28A0092B-C50C-407E-A947-70E740481C1C}">
                <a14:useLocalDpi xmlns:a14="http://schemas.microsoft.com/office/drawing/2010/main" val="0"/>
              </a:ext>
            </a:extLst>
          </a:blip>
          <a:stretch>
            <a:fillRect/>
          </a:stretch>
        </p:blipFill>
        <p:spPr>
          <a:xfrm>
            <a:off x="10659042" y="193689"/>
            <a:ext cx="1207447" cy="528057"/>
          </a:xfrm>
          <a:prstGeom prst="rect">
            <a:avLst/>
          </a:prstGeom>
        </p:spPr>
      </p:pic>
    </p:spTree>
  </p:cSld>
  <p:clrMap bg1="lt1" tx1="dk1" bg2="lt2" tx2="dk2" accent1="accent1" accent2="accent2" accent3="accent3" accent4="accent4" accent5="accent5" accent6="accent6" hlink="hlink" folHlink="folHlink"/>
  <p:sldLayoutIdLst>
    <p:sldLayoutId id="2147483744" r:id="rId1"/>
    <p:sldLayoutId id="2147483757" r:id="rId2"/>
    <p:sldLayoutId id="2147483755" r:id="rId3"/>
    <p:sldLayoutId id="2147483758" r:id="rId4"/>
    <p:sldLayoutId id="2147483751" r:id="rId5"/>
    <p:sldLayoutId id="2147483729" r:id="rId6"/>
    <p:sldLayoutId id="2147483730" r:id="rId7"/>
    <p:sldLayoutId id="2147483731" r:id="rId8"/>
    <p:sldLayoutId id="2147483747" r:id="rId9"/>
    <p:sldLayoutId id="2147483756" r:id="rId10"/>
    <p:sldLayoutId id="2147483732" r:id="rId11"/>
    <p:sldLayoutId id="2147483733" r:id="rId12"/>
    <p:sldLayoutId id="2147483734" r:id="rId13"/>
    <p:sldLayoutId id="2147483735" r:id="rId14"/>
    <p:sldLayoutId id="2147483736" r:id="rId15"/>
    <p:sldLayoutId id="2147483737" r:id="rId16"/>
    <p:sldLayoutId id="2147483738" r:id="rId17"/>
    <p:sldLayoutId id="2147483739" r:id="rId18"/>
    <p:sldLayoutId id="2147483754" r:id="rId19"/>
    <p:sldLayoutId id="2147483753" r:id="rId20"/>
  </p:sldLayoutIdLst>
  <p:hf sldNum="0" hdr="0"/>
  <p:txStyles>
    <p:titleStyle>
      <a:lvl1pPr algn="l" defTabSz="576000" rtl="0" eaLnBrk="1" fontAlgn="base" hangingPunct="1">
        <a:spcBef>
          <a:spcPct val="0"/>
        </a:spcBef>
        <a:spcAft>
          <a:spcPct val="0"/>
        </a:spcAft>
        <a:buClr>
          <a:schemeClr val="tx1"/>
        </a:buClr>
        <a:buFontTx/>
        <a:buNone/>
        <a:defRPr sz="2400" b="1" baseline="0">
          <a:solidFill>
            <a:schemeClr val="tx2"/>
          </a:solidFill>
          <a:latin typeface="+mj-lt"/>
          <a:ea typeface="+mj-ea"/>
          <a:cs typeface="+mj-cs"/>
        </a:defRPr>
      </a:lvl1pPr>
      <a:lvl2pPr algn="l" rtl="0" eaLnBrk="1" fontAlgn="base" hangingPunct="1">
        <a:spcBef>
          <a:spcPct val="0"/>
        </a:spcBef>
        <a:spcAft>
          <a:spcPct val="0"/>
        </a:spcAft>
        <a:defRPr sz="3467" b="1">
          <a:solidFill>
            <a:schemeClr val="tx2"/>
          </a:solidFill>
          <a:latin typeface="Arial" charset="0"/>
        </a:defRPr>
      </a:lvl2pPr>
      <a:lvl3pPr algn="l" rtl="0" eaLnBrk="1" fontAlgn="base" hangingPunct="1">
        <a:spcBef>
          <a:spcPct val="0"/>
        </a:spcBef>
        <a:spcAft>
          <a:spcPct val="0"/>
        </a:spcAft>
        <a:defRPr sz="3467" b="1">
          <a:solidFill>
            <a:schemeClr val="tx2"/>
          </a:solidFill>
          <a:latin typeface="Arial" charset="0"/>
        </a:defRPr>
      </a:lvl3pPr>
      <a:lvl4pPr algn="l" rtl="0" eaLnBrk="1" fontAlgn="base" hangingPunct="1">
        <a:spcBef>
          <a:spcPct val="0"/>
        </a:spcBef>
        <a:spcAft>
          <a:spcPct val="0"/>
        </a:spcAft>
        <a:defRPr sz="3467" b="1">
          <a:solidFill>
            <a:schemeClr val="tx2"/>
          </a:solidFill>
          <a:latin typeface="Arial" charset="0"/>
        </a:defRPr>
      </a:lvl4pPr>
      <a:lvl5pPr algn="l" rtl="0" eaLnBrk="1" fontAlgn="base" hangingPunct="1">
        <a:spcBef>
          <a:spcPct val="0"/>
        </a:spcBef>
        <a:spcAft>
          <a:spcPct val="0"/>
        </a:spcAft>
        <a:defRPr sz="3467" b="1">
          <a:solidFill>
            <a:schemeClr val="tx2"/>
          </a:solidFill>
          <a:latin typeface="Arial" charset="0"/>
        </a:defRPr>
      </a:lvl5pPr>
      <a:lvl6pPr marL="609585" algn="l" rtl="0" eaLnBrk="1" fontAlgn="base" hangingPunct="1">
        <a:spcBef>
          <a:spcPct val="0"/>
        </a:spcBef>
        <a:spcAft>
          <a:spcPct val="0"/>
        </a:spcAft>
        <a:defRPr sz="3467" b="1">
          <a:solidFill>
            <a:schemeClr val="tx2"/>
          </a:solidFill>
          <a:latin typeface="Arial" charset="0"/>
        </a:defRPr>
      </a:lvl6pPr>
      <a:lvl7pPr marL="1219170" algn="l" rtl="0" eaLnBrk="1" fontAlgn="base" hangingPunct="1">
        <a:spcBef>
          <a:spcPct val="0"/>
        </a:spcBef>
        <a:spcAft>
          <a:spcPct val="0"/>
        </a:spcAft>
        <a:defRPr sz="3467" b="1">
          <a:solidFill>
            <a:schemeClr val="tx2"/>
          </a:solidFill>
          <a:latin typeface="Arial" charset="0"/>
        </a:defRPr>
      </a:lvl7pPr>
      <a:lvl8pPr marL="1828754" algn="l" rtl="0" eaLnBrk="1" fontAlgn="base" hangingPunct="1">
        <a:spcBef>
          <a:spcPct val="0"/>
        </a:spcBef>
        <a:spcAft>
          <a:spcPct val="0"/>
        </a:spcAft>
        <a:defRPr sz="3467" b="1">
          <a:solidFill>
            <a:schemeClr val="tx2"/>
          </a:solidFill>
          <a:latin typeface="Arial" charset="0"/>
        </a:defRPr>
      </a:lvl8pPr>
      <a:lvl9pPr marL="2438339" algn="l" rtl="0" eaLnBrk="1" fontAlgn="base" hangingPunct="1">
        <a:spcBef>
          <a:spcPct val="0"/>
        </a:spcBef>
        <a:spcAft>
          <a:spcPct val="0"/>
        </a:spcAft>
        <a:defRPr sz="3467" b="1">
          <a:solidFill>
            <a:schemeClr val="tx2"/>
          </a:solidFill>
          <a:latin typeface="Arial" charset="0"/>
        </a:defRPr>
      </a:lvl9pPr>
    </p:titleStyle>
    <p:bodyStyle>
      <a:lvl1pPr marL="252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800" baseline="0">
          <a:solidFill>
            <a:schemeClr val="tx1"/>
          </a:solidFill>
          <a:latin typeface="+mn-lt"/>
          <a:ea typeface="+mn-ea"/>
          <a:cs typeface="+mn-cs"/>
        </a:defRPr>
      </a:lvl1pPr>
      <a:lvl2pPr marL="504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600">
          <a:solidFill>
            <a:schemeClr val="tx1"/>
          </a:solidFill>
          <a:latin typeface="+mn-lt"/>
          <a:cs typeface="+mn-cs"/>
        </a:defRPr>
      </a:lvl2pPr>
      <a:lvl3pPr marL="756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400" baseline="0">
          <a:solidFill>
            <a:schemeClr val="tx1"/>
          </a:solidFill>
          <a:latin typeface="+mn-lt"/>
          <a:cs typeface="+mn-cs"/>
        </a:defRPr>
      </a:lvl3pPr>
      <a:lvl4pPr marL="1008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400" baseline="0">
          <a:solidFill>
            <a:schemeClr val="tx1"/>
          </a:solidFill>
          <a:latin typeface="+mn-lt"/>
          <a:cs typeface="+mn-cs"/>
        </a:defRPr>
      </a:lvl4pPr>
      <a:lvl5pPr marL="1260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400" baseline="0">
          <a:solidFill>
            <a:schemeClr val="tx1"/>
          </a:solidFill>
          <a:latin typeface="+mn-lt"/>
          <a:cs typeface="+mn-cs"/>
        </a:defRPr>
      </a:lvl5pPr>
      <a:lvl6pPr marL="1260000" indent="-252000" algn="l" defTabSz="576000" rtl="0" eaLnBrk="1" fontAlgn="base" hangingPunct="1">
        <a:lnSpc>
          <a:spcPct val="120000"/>
        </a:lnSpc>
        <a:spcBef>
          <a:spcPts val="0"/>
        </a:spcBef>
        <a:spcAft>
          <a:spcPts val="0"/>
        </a:spcAft>
        <a:buClr>
          <a:schemeClr val="tx2"/>
        </a:buClr>
        <a:buFont typeface="Arial" panose="020B0604020202020204" pitchFamily="34" charset="0"/>
        <a:buChar char="‒"/>
        <a:defRPr sz="1400" baseline="0">
          <a:solidFill>
            <a:schemeClr val="tx1"/>
          </a:solidFill>
          <a:latin typeface="+mn-lt"/>
          <a:cs typeface="+mn-cs"/>
        </a:defRPr>
      </a:lvl6pPr>
      <a:lvl7pPr marL="1260000" indent="-252000" algn="l" defTabSz="576000" rtl="0" eaLnBrk="1" fontAlgn="base" hangingPunct="1">
        <a:lnSpc>
          <a:spcPct val="120000"/>
        </a:lnSpc>
        <a:spcBef>
          <a:spcPts val="0"/>
        </a:spcBef>
        <a:spcAft>
          <a:spcPct val="0"/>
        </a:spcAft>
        <a:buClr>
          <a:schemeClr val="tx2"/>
        </a:buClr>
        <a:buFont typeface="Arial" panose="020B0604020202020204" pitchFamily="34" charset="0"/>
        <a:buChar char="‒"/>
        <a:defRPr sz="1400">
          <a:solidFill>
            <a:schemeClr val="tx1"/>
          </a:solidFill>
          <a:latin typeface="+mn-lt"/>
          <a:cs typeface="+mn-cs"/>
        </a:defRPr>
      </a:lvl7pPr>
      <a:lvl8pPr marL="1260000" indent="-252000" algn="l" defTabSz="576000" rtl="0" eaLnBrk="1" fontAlgn="base" hangingPunct="1">
        <a:lnSpc>
          <a:spcPct val="120000"/>
        </a:lnSpc>
        <a:spcBef>
          <a:spcPts val="0"/>
        </a:spcBef>
        <a:spcAft>
          <a:spcPct val="0"/>
        </a:spcAft>
        <a:buClr>
          <a:schemeClr val="tx2"/>
        </a:buClr>
        <a:buFont typeface="Arial" panose="020B0604020202020204" pitchFamily="34" charset="0"/>
        <a:buChar char="‒"/>
        <a:defRPr sz="1400">
          <a:solidFill>
            <a:schemeClr val="tx1"/>
          </a:solidFill>
          <a:latin typeface="+mn-lt"/>
          <a:cs typeface="+mn-cs"/>
        </a:defRPr>
      </a:lvl8pPr>
      <a:lvl9pPr marL="1260000" indent="-252000" algn="l" defTabSz="576000" rtl="0" eaLnBrk="1" fontAlgn="base" hangingPunct="1">
        <a:lnSpc>
          <a:spcPct val="120000"/>
        </a:lnSpc>
        <a:spcBef>
          <a:spcPts val="0"/>
        </a:spcBef>
        <a:spcAft>
          <a:spcPct val="0"/>
        </a:spcAft>
        <a:buClr>
          <a:schemeClr val="tx2"/>
        </a:buClr>
        <a:buFont typeface="Arial" panose="020B0604020202020204" pitchFamily="34" charset="0"/>
        <a:buChar char="‒"/>
        <a:defRPr sz="1400">
          <a:solidFill>
            <a:schemeClr val="tx1"/>
          </a:solidFill>
          <a:latin typeface="+mn-lt"/>
          <a:cs typeface="+mn-cs"/>
        </a:defRPr>
      </a:lvl9pPr>
    </p:bodyStyle>
    <p:otherStyle>
      <a:defPPr>
        <a:defRPr lang="de-DE"/>
      </a:defPPr>
      <a:lvl1pPr marL="0" algn="l" defTabSz="1219170" rtl="0" eaLnBrk="1" latinLnBrk="0" hangingPunct="1">
        <a:defRPr sz="1800" kern="1200">
          <a:solidFill>
            <a:schemeClr val="tx1"/>
          </a:solidFill>
          <a:latin typeface="+mn-lt"/>
          <a:ea typeface="+mn-ea"/>
          <a:cs typeface="+mn-cs"/>
        </a:defRPr>
      </a:lvl1pPr>
      <a:lvl2pPr marL="609585" algn="l" defTabSz="1219170" rtl="0" eaLnBrk="1" latinLnBrk="0" hangingPunct="1">
        <a:defRPr sz="1800" kern="1200">
          <a:solidFill>
            <a:schemeClr val="tx1"/>
          </a:solidFill>
          <a:latin typeface="+mn-lt"/>
          <a:ea typeface="+mn-ea"/>
          <a:cs typeface="+mn-cs"/>
        </a:defRPr>
      </a:lvl2pPr>
      <a:lvl3pPr marL="1219170" algn="l" defTabSz="1219170" rtl="0" eaLnBrk="1" latinLnBrk="0" hangingPunct="1">
        <a:defRPr sz="1800" kern="1200">
          <a:solidFill>
            <a:schemeClr val="tx1"/>
          </a:solidFill>
          <a:latin typeface="+mn-lt"/>
          <a:ea typeface="+mn-ea"/>
          <a:cs typeface="+mn-cs"/>
        </a:defRPr>
      </a:lvl3pPr>
      <a:lvl4pPr marL="1828754" algn="l" defTabSz="1219170" rtl="0" eaLnBrk="1" latinLnBrk="0" hangingPunct="1">
        <a:defRPr sz="1800" kern="1200">
          <a:solidFill>
            <a:schemeClr val="tx1"/>
          </a:solidFill>
          <a:latin typeface="+mn-lt"/>
          <a:ea typeface="+mn-ea"/>
          <a:cs typeface="+mn-cs"/>
        </a:defRPr>
      </a:lvl4pPr>
      <a:lvl5pPr marL="2438339" algn="l" defTabSz="1219170" rtl="0" eaLnBrk="1" latinLnBrk="0" hangingPunct="1">
        <a:defRPr sz="1800" kern="1200">
          <a:solidFill>
            <a:schemeClr val="tx1"/>
          </a:solidFill>
          <a:latin typeface="+mn-lt"/>
          <a:ea typeface="+mn-ea"/>
          <a:cs typeface="+mn-cs"/>
        </a:defRPr>
      </a:lvl5pPr>
      <a:lvl6pPr marL="3047924" algn="l" defTabSz="1219170" rtl="0" eaLnBrk="1" latinLnBrk="0" hangingPunct="1">
        <a:defRPr sz="1800" kern="1200">
          <a:solidFill>
            <a:schemeClr val="tx1"/>
          </a:solidFill>
          <a:latin typeface="+mn-lt"/>
          <a:ea typeface="+mn-ea"/>
          <a:cs typeface="+mn-cs"/>
        </a:defRPr>
      </a:lvl6pPr>
      <a:lvl7pPr marL="3657509" algn="l" defTabSz="1219170" rtl="0" eaLnBrk="1" latinLnBrk="0" hangingPunct="1">
        <a:defRPr sz="1800" kern="1200">
          <a:solidFill>
            <a:schemeClr val="tx1"/>
          </a:solidFill>
          <a:latin typeface="+mn-lt"/>
          <a:ea typeface="+mn-ea"/>
          <a:cs typeface="+mn-cs"/>
        </a:defRPr>
      </a:lvl7pPr>
      <a:lvl8pPr marL="4267093" algn="l" defTabSz="1219170" rtl="0" eaLnBrk="1" latinLnBrk="0" hangingPunct="1">
        <a:defRPr sz="1800" kern="1200">
          <a:solidFill>
            <a:schemeClr val="tx1"/>
          </a:solidFill>
          <a:latin typeface="+mn-lt"/>
          <a:ea typeface="+mn-ea"/>
          <a:cs typeface="+mn-cs"/>
        </a:defRPr>
      </a:lvl8pPr>
      <a:lvl9pPr marL="4876678" algn="l" defTabSz="121917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hyperlink" Target="https://gitlab.intra.infineon.com/wandji/test-data-reviewer/-/tree/main/TestDataReviewer/latest" TargetMode="External"/><Relationship Id="rId2"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8.xml"/><Relationship Id="rId5" Type="http://schemas.openxmlformats.org/officeDocument/2006/relationships/image" Target="../media/image21.png"/><Relationship Id="rId4" Type="http://schemas.openxmlformats.org/officeDocument/2006/relationships/image" Target="../media/image20.png"/></Relationships>
</file>

<file path=ppt/slides/_rels/slide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8" Type="http://schemas.openxmlformats.org/officeDocument/2006/relationships/diagramLayout" Target="../diagrams/layout3.xml"/><Relationship Id="rId3" Type="http://schemas.openxmlformats.org/officeDocument/2006/relationships/diagramLayout" Target="../diagrams/layout2.xml"/><Relationship Id="rId7" Type="http://schemas.openxmlformats.org/officeDocument/2006/relationships/diagramData" Target="../diagrams/data3.xml"/><Relationship Id="rId2" Type="http://schemas.openxmlformats.org/officeDocument/2006/relationships/diagramData" Target="../diagrams/data2.xml"/><Relationship Id="rId1" Type="http://schemas.openxmlformats.org/officeDocument/2006/relationships/slideLayout" Target="../slideLayouts/slideLayout6.xml"/><Relationship Id="rId6" Type="http://schemas.microsoft.com/office/2007/relationships/diagramDrawing" Target="../diagrams/drawing2.xml"/><Relationship Id="rId11" Type="http://schemas.microsoft.com/office/2007/relationships/diagramDrawing" Target="../diagrams/drawing3.xml"/><Relationship Id="rId5" Type="http://schemas.openxmlformats.org/officeDocument/2006/relationships/diagramColors" Target="../diagrams/colors2.xml"/><Relationship Id="rId10" Type="http://schemas.openxmlformats.org/officeDocument/2006/relationships/diagramColors" Target="../diagrams/colors3.xml"/><Relationship Id="rId4" Type="http://schemas.openxmlformats.org/officeDocument/2006/relationships/diagramQuickStyle" Target="../diagrams/quickStyle2.xml"/><Relationship Id="rId9" Type="http://schemas.openxmlformats.org/officeDocument/2006/relationships/diagramQuickStyle" Target="../diagrams/quickStyle3.xml"/></Relationships>
</file>

<file path=ppt/slides/_rels/slide1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8" Type="http://schemas.openxmlformats.org/officeDocument/2006/relationships/tags" Target="../tags/tag222.xml"/><Relationship Id="rId13" Type="http://schemas.openxmlformats.org/officeDocument/2006/relationships/tags" Target="../tags/tag227.xml"/><Relationship Id="rId18" Type="http://schemas.openxmlformats.org/officeDocument/2006/relationships/notesSlide" Target="../notesSlides/notesSlide1.xml"/><Relationship Id="rId26" Type="http://schemas.openxmlformats.org/officeDocument/2006/relationships/image" Target="../media/image31.svg"/><Relationship Id="rId3" Type="http://schemas.openxmlformats.org/officeDocument/2006/relationships/tags" Target="../tags/tag217.xml"/><Relationship Id="rId21" Type="http://schemas.openxmlformats.org/officeDocument/2006/relationships/image" Target="../media/image26.png"/><Relationship Id="rId7" Type="http://schemas.openxmlformats.org/officeDocument/2006/relationships/tags" Target="../tags/tag221.xml"/><Relationship Id="rId12" Type="http://schemas.openxmlformats.org/officeDocument/2006/relationships/tags" Target="../tags/tag226.xml"/><Relationship Id="rId17" Type="http://schemas.openxmlformats.org/officeDocument/2006/relationships/slideLayout" Target="../slideLayouts/slideLayout6.xml"/><Relationship Id="rId25" Type="http://schemas.openxmlformats.org/officeDocument/2006/relationships/image" Target="../media/image30.png"/><Relationship Id="rId2" Type="http://schemas.openxmlformats.org/officeDocument/2006/relationships/tags" Target="../tags/tag216.xml"/><Relationship Id="rId16" Type="http://schemas.openxmlformats.org/officeDocument/2006/relationships/tags" Target="../tags/tag230.xml"/><Relationship Id="rId20" Type="http://schemas.openxmlformats.org/officeDocument/2006/relationships/image" Target="../media/image25.svg"/><Relationship Id="rId1" Type="http://schemas.openxmlformats.org/officeDocument/2006/relationships/tags" Target="../tags/tag215.xml"/><Relationship Id="rId6" Type="http://schemas.openxmlformats.org/officeDocument/2006/relationships/tags" Target="../tags/tag220.xml"/><Relationship Id="rId11" Type="http://schemas.openxmlformats.org/officeDocument/2006/relationships/tags" Target="../tags/tag225.xml"/><Relationship Id="rId24" Type="http://schemas.openxmlformats.org/officeDocument/2006/relationships/image" Target="../media/image29.svg"/><Relationship Id="rId5" Type="http://schemas.openxmlformats.org/officeDocument/2006/relationships/tags" Target="../tags/tag219.xml"/><Relationship Id="rId15" Type="http://schemas.openxmlformats.org/officeDocument/2006/relationships/tags" Target="../tags/tag229.xml"/><Relationship Id="rId23" Type="http://schemas.openxmlformats.org/officeDocument/2006/relationships/image" Target="../media/image28.png"/><Relationship Id="rId10" Type="http://schemas.openxmlformats.org/officeDocument/2006/relationships/tags" Target="../tags/tag224.xml"/><Relationship Id="rId19" Type="http://schemas.openxmlformats.org/officeDocument/2006/relationships/image" Target="../media/image24.png"/><Relationship Id="rId4" Type="http://schemas.openxmlformats.org/officeDocument/2006/relationships/tags" Target="../tags/tag218.xml"/><Relationship Id="rId9" Type="http://schemas.openxmlformats.org/officeDocument/2006/relationships/tags" Target="../tags/tag223.xml"/><Relationship Id="rId14" Type="http://schemas.openxmlformats.org/officeDocument/2006/relationships/tags" Target="../tags/tag228.xml"/><Relationship Id="rId22" Type="http://schemas.openxmlformats.org/officeDocument/2006/relationships/image" Target="../media/image27.svg"/></Relationships>
</file>

<file path=ppt/slides/_rels/slide13.xml.rels><?xml version="1.0" encoding="UTF-8" standalone="yes"?>
<Relationships xmlns="http://schemas.openxmlformats.org/package/2006/relationships"><Relationship Id="rId8" Type="http://schemas.openxmlformats.org/officeDocument/2006/relationships/image" Target="../media/image32.emf"/><Relationship Id="rId3" Type="http://schemas.openxmlformats.org/officeDocument/2006/relationships/tags" Target="../tags/tag232.xml"/><Relationship Id="rId7" Type="http://schemas.openxmlformats.org/officeDocument/2006/relationships/oleObject" Target="../embeddings/oleObject1.bin"/><Relationship Id="rId2" Type="http://schemas.openxmlformats.org/officeDocument/2006/relationships/tags" Target="../tags/tag231.xml"/><Relationship Id="rId1" Type="http://schemas.openxmlformats.org/officeDocument/2006/relationships/vmlDrawing" Target="../drawings/vmlDrawing1.vml"/><Relationship Id="rId6" Type="http://schemas.openxmlformats.org/officeDocument/2006/relationships/notesSlide" Target="../notesSlides/notesSlide2.xml"/><Relationship Id="rId5" Type="http://schemas.openxmlformats.org/officeDocument/2006/relationships/slideLayout" Target="../slideLayouts/slideLayout18.xml"/><Relationship Id="rId10" Type="http://schemas.openxmlformats.org/officeDocument/2006/relationships/image" Target="../media/image34.svg"/><Relationship Id="rId4" Type="http://schemas.openxmlformats.org/officeDocument/2006/relationships/tags" Target="../tags/tag233.xml"/><Relationship Id="rId9" Type="http://schemas.openxmlformats.org/officeDocument/2006/relationships/image" Target="../media/image3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BD798BF3-9FA4-4548-81F2-B6E6CC99B457}"/>
              </a:ext>
            </a:extLst>
          </p:cNvPr>
          <p:cNvSpPr>
            <a:spLocks noGrp="1"/>
          </p:cNvSpPr>
          <p:nvPr>
            <p:ph type="pic" sz="quarter" idx="15"/>
          </p:nvPr>
        </p:nvSpPr>
        <p:spPr/>
        <p:txBody>
          <a:bodyPr/>
          <a:lstStyle/>
          <a:p>
            <a:endParaRPr lang="en-US"/>
          </a:p>
        </p:txBody>
      </p:sp>
      <p:sp>
        <p:nvSpPr>
          <p:cNvPr id="11" name="Subtitle 10">
            <a:extLst>
              <a:ext uri="{FF2B5EF4-FFF2-40B4-BE49-F238E27FC236}">
                <a16:creationId xmlns:a16="http://schemas.microsoft.com/office/drawing/2014/main" id="{F2BD278F-B47A-4B82-B85E-CEFAD1AB9DEB}"/>
              </a:ext>
            </a:extLst>
          </p:cNvPr>
          <p:cNvSpPr>
            <a:spLocks noGrp="1"/>
          </p:cNvSpPr>
          <p:nvPr>
            <p:ph type="subTitle" idx="1"/>
          </p:nvPr>
        </p:nvSpPr>
        <p:spPr/>
        <p:txBody>
          <a:bodyPr/>
          <a:lstStyle/>
          <a:p>
            <a:r>
              <a:rPr lang="de-DE" dirty="0"/>
              <a:t>Wandji Lionel Wilfried (PSS RF D RAD PTE TE4)</a:t>
            </a:r>
          </a:p>
          <a:p>
            <a:r>
              <a:rPr lang="de-DE" dirty="0"/>
              <a:t>27.03.2026</a:t>
            </a:r>
          </a:p>
        </p:txBody>
      </p:sp>
      <p:sp>
        <p:nvSpPr>
          <p:cNvPr id="10" name="Title 9">
            <a:extLst>
              <a:ext uri="{FF2B5EF4-FFF2-40B4-BE49-F238E27FC236}">
                <a16:creationId xmlns:a16="http://schemas.microsoft.com/office/drawing/2014/main" id="{EE5783C9-99EF-42BD-B0B5-BCBAA19E0C9E}"/>
              </a:ext>
            </a:extLst>
          </p:cNvPr>
          <p:cNvSpPr>
            <a:spLocks noGrp="1"/>
          </p:cNvSpPr>
          <p:nvPr>
            <p:ph type="ctrTitle"/>
          </p:nvPr>
        </p:nvSpPr>
        <p:spPr/>
        <p:txBody>
          <a:bodyPr/>
          <a:lstStyle/>
          <a:p>
            <a:r>
              <a:rPr lang="en-GB" dirty="0"/>
              <a:t>Rapid Test Data Review</a:t>
            </a:r>
            <a:br>
              <a:rPr lang="en-GB" dirty="0"/>
            </a:br>
            <a:r>
              <a:rPr lang="en-GB" dirty="0"/>
              <a:t>Using Python Automation</a:t>
            </a:r>
            <a:endParaRPr lang="de-DE" dirty="0"/>
          </a:p>
        </p:txBody>
      </p:sp>
      <p:sp>
        <p:nvSpPr>
          <p:cNvPr id="2" name="Footer Placeholder 1">
            <a:extLst>
              <a:ext uri="{FF2B5EF4-FFF2-40B4-BE49-F238E27FC236}">
                <a16:creationId xmlns:a16="http://schemas.microsoft.com/office/drawing/2014/main" id="{3794AC29-DF04-4F08-A1A5-9D40826B070F}"/>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475877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2A3DB54-EDAA-323A-87B5-63B2513F5053}"/>
              </a:ext>
            </a:extLst>
          </p:cNvPr>
          <p:cNvSpPr>
            <a:spLocks noGrp="1"/>
          </p:cNvSpPr>
          <p:nvPr>
            <p:ph type="title"/>
          </p:nvPr>
        </p:nvSpPr>
        <p:spPr/>
        <p:txBody>
          <a:bodyPr/>
          <a:lstStyle/>
          <a:p>
            <a:r>
              <a:rPr lang="de-DE" dirty="0"/>
              <a:t>Background</a:t>
            </a:r>
            <a:endParaRPr lang="en-US" dirty="0"/>
          </a:p>
        </p:txBody>
      </p:sp>
      <p:pic>
        <p:nvPicPr>
          <p:cNvPr id="1026" name="Picture 2" descr="Multitasking working with multiple tasks or job at the same time, busy  work, productivity or efficiency overload or overworked concept, busy  businessman multitask juggling business work routine. 68638237 Vector Art  at Vecteezy">
            <a:extLst>
              <a:ext uri="{FF2B5EF4-FFF2-40B4-BE49-F238E27FC236}">
                <a16:creationId xmlns:a16="http://schemas.microsoft.com/office/drawing/2014/main" id="{EE613856-1F26-4EEB-A44E-E83DE8C327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07770" y="2195323"/>
            <a:ext cx="4680520" cy="3120346"/>
          </a:xfrm>
          <a:prstGeom prst="rect">
            <a:avLst/>
          </a:prstGeom>
          <a:noFill/>
          <a:extLst>
            <a:ext uri="{909E8E84-426E-40DD-AFC4-6F175D3DCCD1}">
              <a14:hiddenFill xmlns:a14="http://schemas.microsoft.com/office/drawing/2010/main">
                <a:solidFill>
                  <a:srgbClr val="FFFFFF"/>
                </a:solidFill>
              </a14:hiddenFill>
            </a:ext>
          </a:extLst>
        </p:spPr>
      </p:pic>
      <p:sp>
        <p:nvSpPr>
          <p:cNvPr id="5" name="Callout: Line 4">
            <a:extLst>
              <a:ext uri="{FF2B5EF4-FFF2-40B4-BE49-F238E27FC236}">
                <a16:creationId xmlns:a16="http://schemas.microsoft.com/office/drawing/2014/main" id="{5B59DF42-C17D-4F7C-A8DF-8BAC7BA0575E}"/>
              </a:ext>
            </a:extLst>
          </p:cNvPr>
          <p:cNvSpPr/>
          <p:nvPr/>
        </p:nvSpPr>
        <p:spPr bwMode="auto">
          <a:xfrm>
            <a:off x="7183881" y="5661750"/>
            <a:ext cx="3672406" cy="720000"/>
          </a:xfrm>
          <a:prstGeom prst="borderCallout1">
            <a:avLst>
              <a:gd name="adj1" fmla="val 49752"/>
              <a:gd name="adj2" fmla="val -454"/>
              <a:gd name="adj3" fmla="val -80559"/>
              <a:gd name="adj4" fmla="val -25492"/>
            </a:avLst>
          </a:prstGeom>
          <a:ln>
            <a:headEnd/>
            <a:tailEnd/>
          </a:ln>
        </p:spPr>
        <p:style>
          <a:lnRef idx="2">
            <a:schemeClr val="accent1"/>
          </a:lnRef>
          <a:fillRef idx="1">
            <a:schemeClr val="lt1"/>
          </a:fillRef>
          <a:effectRef idx="0">
            <a:schemeClr val="accent1"/>
          </a:effectRef>
          <a:fontRef idx="minor">
            <a:schemeClr val="dk1"/>
          </a:fontRef>
        </p:style>
        <p:txBody>
          <a:bodyPr wrap="square" lIns="72000" tIns="72000" rIns="72000" bIns="72000" rtlCol="0" anchor="ctr"/>
          <a:lstStyle/>
          <a:p>
            <a:pPr algn="ctr" defTabSz="576000" eaLnBrk="0" hangingPunct="0">
              <a:lnSpc>
                <a:spcPct val="120000"/>
              </a:lnSpc>
            </a:pPr>
            <a:r>
              <a:rPr lang="de-DE" sz="1000" kern="0" dirty="0"/>
              <a:t>Tight timeline (time-to-market) requiring concurrent releases (e.g. CTRX8188 FE Test-D1 &amp; FE Test-D2 &amp; BE Test-D)</a:t>
            </a:r>
            <a:endParaRPr lang="en-US" sz="1000" baseline="0" dirty="0">
              <a:solidFill>
                <a:schemeClr val="bg1"/>
              </a:solidFill>
              <a:latin typeface="+mn-lt"/>
              <a:ea typeface="+mn-ea"/>
              <a:cs typeface="+mn-cs"/>
            </a:endParaRPr>
          </a:p>
        </p:txBody>
      </p:sp>
      <p:sp>
        <p:nvSpPr>
          <p:cNvPr id="8" name="Callout: Line 7">
            <a:extLst>
              <a:ext uri="{FF2B5EF4-FFF2-40B4-BE49-F238E27FC236}">
                <a16:creationId xmlns:a16="http://schemas.microsoft.com/office/drawing/2014/main" id="{57028800-61EF-4C05-A040-43EBA62B6945}"/>
              </a:ext>
            </a:extLst>
          </p:cNvPr>
          <p:cNvSpPr/>
          <p:nvPr/>
        </p:nvSpPr>
        <p:spPr bwMode="auto">
          <a:xfrm>
            <a:off x="7104112" y="1340768"/>
            <a:ext cx="2232248" cy="792088"/>
          </a:xfrm>
          <a:prstGeom prst="borderCallout1">
            <a:avLst>
              <a:gd name="adj1" fmla="val 50862"/>
              <a:gd name="adj2" fmla="val -454"/>
              <a:gd name="adj3" fmla="val 198884"/>
              <a:gd name="adj4" fmla="val -27236"/>
            </a:avLst>
          </a:prstGeom>
          <a:ln>
            <a:headEnd/>
            <a:tailEnd/>
          </a:ln>
        </p:spPr>
        <p:style>
          <a:lnRef idx="2">
            <a:schemeClr val="accent1"/>
          </a:lnRef>
          <a:fillRef idx="1">
            <a:schemeClr val="lt1"/>
          </a:fillRef>
          <a:effectRef idx="0">
            <a:schemeClr val="accent1"/>
          </a:effectRef>
          <a:fontRef idx="minor">
            <a:schemeClr val="dk1"/>
          </a:fontRef>
        </p:style>
        <p:txBody>
          <a:bodyPr wrap="square" lIns="72000" tIns="72000" rIns="72000" bIns="72000" rtlCol="0" anchor="ctr"/>
          <a:lstStyle/>
          <a:p>
            <a:pPr algn="ctr" defTabSz="576000" eaLnBrk="0" hangingPunct="0">
              <a:lnSpc>
                <a:spcPct val="120000"/>
              </a:lnSpc>
            </a:pPr>
            <a:r>
              <a:rPr lang="de-DE" sz="1050" kern="0" dirty="0"/>
              <a:t>Meet the targets under time constraints while delivering highly qualitative TPs</a:t>
            </a:r>
            <a:endParaRPr lang="en-US" sz="1050" baseline="0" dirty="0">
              <a:solidFill>
                <a:schemeClr val="bg1"/>
              </a:solidFill>
              <a:latin typeface="+mn-lt"/>
              <a:ea typeface="+mn-ea"/>
              <a:cs typeface="+mn-cs"/>
            </a:endParaRPr>
          </a:p>
        </p:txBody>
      </p:sp>
      <p:sp>
        <p:nvSpPr>
          <p:cNvPr id="9" name="Callout: Line 8">
            <a:extLst>
              <a:ext uri="{FF2B5EF4-FFF2-40B4-BE49-F238E27FC236}">
                <a16:creationId xmlns:a16="http://schemas.microsoft.com/office/drawing/2014/main" id="{5ED464B6-FFA1-4476-B15C-7811F6C19BD9}"/>
              </a:ext>
            </a:extLst>
          </p:cNvPr>
          <p:cNvSpPr/>
          <p:nvPr/>
        </p:nvSpPr>
        <p:spPr bwMode="auto">
          <a:xfrm>
            <a:off x="335360" y="1276185"/>
            <a:ext cx="3456781" cy="4745063"/>
          </a:xfrm>
          <a:prstGeom prst="borderCallout1">
            <a:avLst>
              <a:gd name="adj1" fmla="val 49764"/>
              <a:gd name="adj2" fmla="val 100460"/>
              <a:gd name="adj3" fmla="val 49267"/>
              <a:gd name="adj4" fmla="val 144218"/>
            </a:avLst>
          </a:prstGeom>
          <a:ln>
            <a:headEnd/>
            <a:tailEnd/>
          </a:ln>
        </p:spPr>
        <p:style>
          <a:lnRef idx="2">
            <a:schemeClr val="accent1"/>
          </a:lnRef>
          <a:fillRef idx="1">
            <a:schemeClr val="lt1"/>
          </a:fillRef>
          <a:effectRef idx="0">
            <a:schemeClr val="accent1"/>
          </a:effectRef>
          <a:fontRef idx="minor">
            <a:schemeClr val="dk1"/>
          </a:fontRef>
        </p:style>
        <p:txBody>
          <a:bodyPr wrap="square" lIns="72000" tIns="72000" rIns="72000" bIns="72000" rtlCol="0" anchor="ctr">
            <a:spAutoFit/>
          </a:bodyPr>
          <a:lstStyle/>
          <a:p>
            <a:pPr defTabSz="576000" eaLnBrk="0" hangingPunct="0">
              <a:lnSpc>
                <a:spcPct val="120000"/>
              </a:lnSpc>
            </a:pPr>
            <a:r>
              <a:rPr lang="de-DE" sz="1000" b="1" kern="0" dirty="0"/>
              <a:t>TE common work packages:</a:t>
            </a:r>
          </a:p>
          <a:p>
            <a:pPr marL="171450" indent="-171450" defTabSz="576000" eaLnBrk="0" hangingPunct="0">
              <a:lnSpc>
                <a:spcPct val="120000"/>
              </a:lnSpc>
              <a:buFont typeface="Wingdings" panose="05000000000000000000" pitchFamily="2" charset="2"/>
              <a:buChar char="q"/>
            </a:pPr>
            <a:r>
              <a:rPr lang="en-GB" sz="1000" kern="0" dirty="0"/>
              <a:t>Test plan definition and test development</a:t>
            </a:r>
          </a:p>
          <a:p>
            <a:pPr defTabSz="576000" eaLnBrk="0" hangingPunct="0">
              <a:lnSpc>
                <a:spcPct val="120000"/>
              </a:lnSpc>
            </a:pPr>
            <a:endParaRPr lang="en-GB" sz="1000" kern="0" dirty="0"/>
          </a:p>
          <a:p>
            <a:pPr marL="171450" indent="-171450" defTabSz="576000" eaLnBrk="0" hangingPunct="0">
              <a:lnSpc>
                <a:spcPct val="120000"/>
              </a:lnSpc>
              <a:buFont typeface="Wingdings" panose="05000000000000000000" pitchFamily="2" charset="2"/>
              <a:buChar char="q"/>
            </a:pPr>
            <a:r>
              <a:rPr lang="en-GB" sz="1000" kern="0" dirty="0"/>
              <a:t>Production release and transfer to the production</a:t>
            </a:r>
          </a:p>
          <a:p>
            <a:pPr marL="171450" indent="-171450" defTabSz="576000" eaLnBrk="0" hangingPunct="0">
              <a:lnSpc>
                <a:spcPct val="120000"/>
              </a:lnSpc>
              <a:buFont typeface="Wingdings" panose="05000000000000000000" pitchFamily="2" charset="2"/>
              <a:buChar char="q"/>
            </a:pPr>
            <a:endParaRPr lang="en-GB" sz="1000" kern="0" dirty="0"/>
          </a:p>
          <a:p>
            <a:pPr marL="171450" indent="-171450" defTabSz="576000" eaLnBrk="0" hangingPunct="0">
              <a:lnSpc>
                <a:spcPct val="120000"/>
              </a:lnSpc>
              <a:buFont typeface="Wingdings" panose="05000000000000000000" pitchFamily="2" charset="2"/>
              <a:buChar char="q"/>
            </a:pPr>
            <a:r>
              <a:rPr lang="en-GB" sz="1000" kern="0" dirty="0"/>
              <a:t>Quality and reliability support</a:t>
            </a:r>
          </a:p>
          <a:p>
            <a:pPr marL="171450" indent="-171450" defTabSz="576000" eaLnBrk="0" hangingPunct="0">
              <a:lnSpc>
                <a:spcPct val="120000"/>
              </a:lnSpc>
              <a:buFont typeface="Wingdings" panose="05000000000000000000" pitchFamily="2" charset="2"/>
              <a:buChar char="q"/>
            </a:pPr>
            <a:endParaRPr lang="en-GB" sz="1000" kern="0" dirty="0"/>
          </a:p>
          <a:p>
            <a:pPr marL="171450" indent="-171450" defTabSz="576000" eaLnBrk="0" hangingPunct="0">
              <a:lnSpc>
                <a:spcPct val="120000"/>
              </a:lnSpc>
              <a:buFont typeface="Wingdings" panose="05000000000000000000" pitchFamily="2" charset="2"/>
              <a:buChar char="q"/>
            </a:pPr>
            <a:r>
              <a:rPr lang="en-GB" sz="1000" kern="0" dirty="0"/>
              <a:t>Hardware interface development</a:t>
            </a:r>
          </a:p>
          <a:p>
            <a:pPr marL="171450" indent="-171450" defTabSz="576000" eaLnBrk="0" hangingPunct="0">
              <a:lnSpc>
                <a:spcPct val="120000"/>
              </a:lnSpc>
              <a:buFont typeface="Wingdings" panose="05000000000000000000" pitchFamily="2" charset="2"/>
              <a:buChar char="q"/>
            </a:pPr>
            <a:endParaRPr lang="en-GB" sz="1000" kern="0" dirty="0"/>
          </a:p>
          <a:p>
            <a:pPr marL="171450" indent="-171450" defTabSz="576000" eaLnBrk="0" hangingPunct="0">
              <a:lnSpc>
                <a:spcPct val="120000"/>
              </a:lnSpc>
              <a:buFont typeface="Wingdings" panose="05000000000000000000" pitchFamily="2" charset="2"/>
              <a:buChar char="q"/>
            </a:pPr>
            <a:r>
              <a:rPr lang="en-GB" sz="1000" kern="0" dirty="0"/>
              <a:t>Characterization and correlation</a:t>
            </a:r>
          </a:p>
          <a:p>
            <a:pPr marL="171450" indent="-171450" defTabSz="576000" eaLnBrk="0" hangingPunct="0">
              <a:lnSpc>
                <a:spcPct val="120000"/>
              </a:lnSpc>
              <a:buFont typeface="Wingdings" panose="05000000000000000000" pitchFamily="2" charset="2"/>
              <a:buChar char="q"/>
            </a:pPr>
            <a:endParaRPr lang="en-GB" sz="1000" kern="0" dirty="0"/>
          </a:p>
          <a:p>
            <a:pPr marL="171450" indent="-171450" defTabSz="576000" eaLnBrk="0" hangingPunct="0">
              <a:lnSpc>
                <a:spcPct val="120000"/>
              </a:lnSpc>
              <a:buFont typeface="Wingdings" panose="05000000000000000000" pitchFamily="2" charset="2"/>
              <a:buChar char="q"/>
            </a:pPr>
            <a:r>
              <a:rPr lang="en-GB" sz="1000" kern="0" dirty="0"/>
              <a:t>Debug and failure analysis support</a:t>
            </a:r>
          </a:p>
          <a:p>
            <a:pPr marL="171450" indent="-171450" defTabSz="576000" eaLnBrk="0" hangingPunct="0">
              <a:lnSpc>
                <a:spcPct val="120000"/>
              </a:lnSpc>
              <a:buFont typeface="Wingdings" panose="05000000000000000000" pitchFamily="2" charset="2"/>
              <a:buChar char="q"/>
            </a:pPr>
            <a:endParaRPr lang="en-GB" sz="1000" kern="0" dirty="0"/>
          </a:p>
          <a:p>
            <a:pPr marL="171450" indent="-171450" defTabSz="576000" eaLnBrk="0" hangingPunct="0">
              <a:lnSpc>
                <a:spcPct val="120000"/>
              </a:lnSpc>
              <a:buFont typeface="Wingdings" panose="05000000000000000000" pitchFamily="2" charset="2"/>
              <a:buChar char="q"/>
            </a:pPr>
            <a:r>
              <a:rPr lang="en-GB" sz="1000" kern="0" dirty="0"/>
              <a:t>Test time optimization</a:t>
            </a:r>
          </a:p>
          <a:p>
            <a:pPr marL="171450" indent="-171450" defTabSz="576000" eaLnBrk="0" hangingPunct="0">
              <a:lnSpc>
                <a:spcPct val="120000"/>
              </a:lnSpc>
              <a:buFont typeface="Wingdings" panose="05000000000000000000" pitchFamily="2" charset="2"/>
              <a:buChar char="q"/>
            </a:pPr>
            <a:endParaRPr lang="en-GB" sz="1000" kern="0" dirty="0"/>
          </a:p>
          <a:p>
            <a:pPr marL="171450" indent="-171450" defTabSz="576000" eaLnBrk="0" hangingPunct="0">
              <a:lnSpc>
                <a:spcPct val="120000"/>
              </a:lnSpc>
              <a:buFont typeface="Wingdings" panose="05000000000000000000" pitchFamily="2" charset="2"/>
              <a:buChar char="q"/>
            </a:pPr>
            <a:r>
              <a:rPr lang="en-GB" sz="1000" kern="0" dirty="0"/>
              <a:t>Yield analysis and yield optimization</a:t>
            </a:r>
          </a:p>
          <a:p>
            <a:pPr marL="171450" indent="-171450" defTabSz="576000" eaLnBrk="0" hangingPunct="0">
              <a:lnSpc>
                <a:spcPct val="120000"/>
              </a:lnSpc>
              <a:buFont typeface="Wingdings" panose="05000000000000000000" pitchFamily="2" charset="2"/>
              <a:buChar char="q"/>
            </a:pPr>
            <a:endParaRPr lang="en-GB" sz="1000" kern="0" dirty="0"/>
          </a:p>
          <a:p>
            <a:pPr marL="171450" indent="-171450" defTabSz="576000" eaLnBrk="0" hangingPunct="0">
              <a:lnSpc>
                <a:spcPct val="120000"/>
              </a:lnSpc>
              <a:buFont typeface="Wingdings" panose="05000000000000000000" pitchFamily="2" charset="2"/>
              <a:buChar char="q"/>
            </a:pPr>
            <a:r>
              <a:rPr lang="en-GB" sz="1000" kern="0" dirty="0"/>
              <a:t>Limit setting and guard-banding</a:t>
            </a:r>
          </a:p>
          <a:p>
            <a:pPr defTabSz="576000" eaLnBrk="0" hangingPunct="0">
              <a:lnSpc>
                <a:spcPct val="120000"/>
              </a:lnSpc>
            </a:pPr>
            <a:endParaRPr lang="en-GB" sz="1000" kern="0" dirty="0"/>
          </a:p>
          <a:p>
            <a:pPr marL="171450" indent="-171450" defTabSz="576000" eaLnBrk="0" hangingPunct="0">
              <a:lnSpc>
                <a:spcPct val="120000"/>
              </a:lnSpc>
              <a:buFont typeface="Wingdings" panose="05000000000000000000" pitchFamily="2" charset="2"/>
              <a:buChar char="q"/>
            </a:pPr>
            <a:r>
              <a:rPr lang="en-GB" sz="1000" kern="0" dirty="0"/>
              <a:t>Documentation and change control</a:t>
            </a:r>
          </a:p>
          <a:p>
            <a:pPr marL="171450" indent="-171450" defTabSz="576000" eaLnBrk="0" hangingPunct="0">
              <a:lnSpc>
                <a:spcPct val="120000"/>
              </a:lnSpc>
              <a:buFont typeface="Wingdings" panose="05000000000000000000" pitchFamily="2" charset="2"/>
              <a:buChar char="q"/>
            </a:pPr>
            <a:endParaRPr lang="en-GB" sz="1000" kern="0" dirty="0"/>
          </a:p>
          <a:p>
            <a:pPr marL="171450" indent="-171450" defTabSz="576000" eaLnBrk="0" hangingPunct="0">
              <a:lnSpc>
                <a:spcPct val="120000"/>
              </a:lnSpc>
              <a:buFont typeface="Wingdings" panose="05000000000000000000" pitchFamily="2" charset="2"/>
              <a:buChar char="q"/>
            </a:pPr>
            <a:r>
              <a:rPr lang="en-GB" sz="1000" kern="0" dirty="0"/>
              <a:t>Cross-functional support with other stakeholders to close test-related issues</a:t>
            </a:r>
          </a:p>
          <a:p>
            <a:pPr marL="171450" indent="-171450" defTabSz="576000" eaLnBrk="0" hangingPunct="0">
              <a:lnSpc>
                <a:spcPct val="120000"/>
              </a:lnSpc>
              <a:buFont typeface="Wingdings" panose="05000000000000000000" pitchFamily="2" charset="2"/>
              <a:buChar char="q"/>
            </a:pPr>
            <a:endParaRPr lang="en-GB" sz="1000" kern="0" dirty="0">
              <a:solidFill>
                <a:schemeClr val="tx1"/>
              </a:solidFill>
            </a:endParaRPr>
          </a:p>
          <a:p>
            <a:pPr marL="171450" indent="-171450" defTabSz="576000" eaLnBrk="0" hangingPunct="0">
              <a:lnSpc>
                <a:spcPct val="120000"/>
              </a:lnSpc>
              <a:buFont typeface="Wingdings" panose="05000000000000000000" pitchFamily="2" charset="2"/>
              <a:buChar char="q"/>
            </a:pPr>
            <a:r>
              <a:rPr lang="en-GB" sz="1000" kern="0" dirty="0">
                <a:solidFill>
                  <a:schemeClr val="tx1"/>
                </a:solidFill>
              </a:rPr>
              <a:t>…</a:t>
            </a:r>
          </a:p>
        </p:txBody>
      </p:sp>
    </p:spTree>
    <p:extLst>
      <p:ext uri="{BB962C8B-B14F-4D97-AF65-F5344CB8AC3E}">
        <p14:creationId xmlns:p14="http://schemas.microsoft.com/office/powerpoint/2010/main" val="15749490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2A3DB54-EDAA-323A-87B5-63B2513F5053}"/>
              </a:ext>
            </a:extLst>
          </p:cNvPr>
          <p:cNvSpPr>
            <a:spLocks noGrp="1"/>
          </p:cNvSpPr>
          <p:nvPr>
            <p:ph type="title"/>
          </p:nvPr>
        </p:nvSpPr>
        <p:spPr/>
        <p:txBody>
          <a:bodyPr/>
          <a:lstStyle/>
          <a:p>
            <a:r>
              <a:rPr lang="de-DE" dirty="0"/>
              <a:t>Background</a:t>
            </a:r>
            <a:endParaRPr lang="en-US" dirty="0"/>
          </a:p>
        </p:txBody>
      </p:sp>
      <p:sp>
        <p:nvSpPr>
          <p:cNvPr id="6" name="Rectangle: Rounded Corners 5">
            <a:extLst>
              <a:ext uri="{FF2B5EF4-FFF2-40B4-BE49-F238E27FC236}">
                <a16:creationId xmlns:a16="http://schemas.microsoft.com/office/drawing/2014/main" id="{C200D7E2-A9E8-4BEF-B209-7373F9E3BB32}"/>
              </a:ext>
            </a:extLst>
          </p:cNvPr>
          <p:cNvSpPr/>
          <p:nvPr/>
        </p:nvSpPr>
        <p:spPr bwMode="auto">
          <a:xfrm>
            <a:off x="6096000" y="1267884"/>
            <a:ext cx="5472608" cy="2161116"/>
          </a:xfrm>
          <a:prstGeom prst="roundRect">
            <a:avLst/>
          </a:prstGeom>
          <a:noFill/>
          <a:ln>
            <a:headEnd/>
            <a:tailEnd/>
          </a:ln>
        </p:spPr>
        <p:style>
          <a:lnRef idx="2">
            <a:schemeClr val="accent1"/>
          </a:lnRef>
          <a:fillRef idx="1">
            <a:schemeClr val="lt1"/>
          </a:fillRef>
          <a:effectRef idx="0">
            <a:schemeClr val="accent1"/>
          </a:effectRef>
          <a:fontRef idx="minor">
            <a:schemeClr val="dk1"/>
          </a:fontRef>
        </p:style>
        <p:txBody>
          <a:bodyPr wrap="square" lIns="72000" tIns="72000" rIns="72000" bIns="72000" rtlCol="0" anchor="ctr"/>
          <a:lstStyle/>
          <a:p>
            <a:pPr marL="285750" indent="-285750" defTabSz="576000" eaLnBrk="0" hangingPunct="0">
              <a:lnSpc>
                <a:spcPct val="120000"/>
              </a:lnSpc>
              <a:buFont typeface="Wingdings" panose="05000000000000000000" pitchFamily="2" charset="2"/>
              <a:buChar char="q"/>
            </a:pPr>
            <a:r>
              <a:rPr lang="de-DE" sz="1000" baseline="0" dirty="0">
                <a:solidFill>
                  <a:schemeClr val="tx1"/>
                </a:solidFill>
                <a:latin typeface="+mn-lt"/>
                <a:ea typeface="+mn-ea"/>
                <a:cs typeface="+mn-cs"/>
              </a:rPr>
              <a:t>Verification runs and test data review necessary</a:t>
            </a:r>
          </a:p>
          <a:p>
            <a:pPr marL="285750" indent="-285750" defTabSz="576000" eaLnBrk="0" hangingPunct="0">
              <a:lnSpc>
                <a:spcPct val="120000"/>
              </a:lnSpc>
              <a:buFont typeface="Wingdings" panose="05000000000000000000" pitchFamily="2" charset="2"/>
              <a:buChar char="q"/>
            </a:pPr>
            <a:r>
              <a:rPr lang="de-DE" sz="1000" baseline="0" dirty="0">
                <a:solidFill>
                  <a:schemeClr val="tx1"/>
                </a:solidFill>
                <a:latin typeface="+mn-lt"/>
                <a:ea typeface="+mn-ea"/>
                <a:cs typeface="+mn-cs"/>
              </a:rPr>
              <a:t>Common approach for the test data review:</a:t>
            </a:r>
          </a:p>
          <a:p>
            <a:pPr marL="895335" lvl="1" indent="-285750" defTabSz="576000" eaLnBrk="0" hangingPunct="0">
              <a:lnSpc>
                <a:spcPct val="120000"/>
              </a:lnSpc>
              <a:buFont typeface="Wingdings" panose="05000000000000000000" pitchFamily="2" charset="2"/>
              <a:buChar char="q"/>
            </a:pPr>
            <a:r>
              <a:rPr lang="de-DE" sz="1000" baseline="0" dirty="0">
                <a:solidFill>
                  <a:schemeClr val="tx1"/>
                </a:solidFill>
                <a:latin typeface="+mn-lt"/>
                <a:ea typeface="+mn-ea"/>
                <a:cs typeface="+mn-cs"/>
              </a:rPr>
              <a:t>Load the data in Chronos or any other data visualization tool</a:t>
            </a:r>
          </a:p>
          <a:p>
            <a:pPr marL="895335" lvl="1" indent="-285750" defTabSz="576000" eaLnBrk="0" hangingPunct="0">
              <a:lnSpc>
                <a:spcPct val="120000"/>
              </a:lnSpc>
              <a:buFont typeface="Wingdings" panose="05000000000000000000" pitchFamily="2" charset="2"/>
              <a:buChar char="q"/>
            </a:pPr>
            <a:r>
              <a:rPr lang="de-DE" sz="1000" baseline="0" dirty="0">
                <a:solidFill>
                  <a:schemeClr val="tx1"/>
                </a:solidFill>
                <a:latin typeface="+mn-lt"/>
                <a:ea typeface="+mn-ea"/>
                <a:cs typeface="+mn-cs"/>
              </a:rPr>
              <a:t>Go through the fails pareto and review the failing tests</a:t>
            </a:r>
          </a:p>
          <a:p>
            <a:pPr marL="895335" lvl="1" indent="-285750" defTabSz="576000" eaLnBrk="0" hangingPunct="0">
              <a:lnSpc>
                <a:spcPct val="120000"/>
              </a:lnSpc>
              <a:buFont typeface="Wingdings" panose="05000000000000000000" pitchFamily="2" charset="2"/>
              <a:buChar char="q"/>
            </a:pPr>
            <a:r>
              <a:rPr lang="de-DE" sz="1000" dirty="0">
                <a:solidFill>
                  <a:schemeClr val="tx1"/>
                </a:solidFill>
              </a:rPr>
              <a:t>Review the (key parameter) tests one by one</a:t>
            </a:r>
            <a:endParaRPr lang="de-DE" sz="1000" baseline="0" dirty="0">
              <a:solidFill>
                <a:schemeClr val="tx1"/>
              </a:solidFill>
              <a:latin typeface="+mn-lt"/>
              <a:ea typeface="+mn-ea"/>
              <a:cs typeface="+mn-cs"/>
            </a:endParaRPr>
          </a:p>
          <a:p>
            <a:pPr marL="285750" indent="-285750" defTabSz="576000" eaLnBrk="0" hangingPunct="0">
              <a:lnSpc>
                <a:spcPct val="120000"/>
              </a:lnSpc>
              <a:buFont typeface="Wingdings" panose="05000000000000000000" pitchFamily="2" charset="2"/>
              <a:buChar char="q"/>
            </a:pPr>
            <a:r>
              <a:rPr lang="de-DE" sz="1000" baseline="0" dirty="0">
                <a:solidFill>
                  <a:srgbClr val="FF0000"/>
                </a:solidFill>
                <a:latin typeface="+mn-lt"/>
                <a:ea typeface="+mn-ea"/>
                <a:cs typeface="+mn-cs"/>
                <a:sym typeface="Wingdings" panose="05000000000000000000" pitchFamily="2" charset="2"/>
              </a:rPr>
              <a:t> </a:t>
            </a:r>
            <a:r>
              <a:rPr lang="de-DE" sz="1000" baseline="0" dirty="0">
                <a:solidFill>
                  <a:srgbClr val="FF0000"/>
                </a:solidFill>
                <a:latin typeface="+mn-lt"/>
                <a:ea typeface="+mn-ea"/>
                <a:cs typeface="+mn-cs"/>
              </a:rPr>
              <a:t>Large datasets to review across FE, BE and Q insertions</a:t>
            </a:r>
          </a:p>
          <a:p>
            <a:pPr marL="895335" lvl="1" indent="-285750" defTabSz="576000" eaLnBrk="0" hangingPunct="0">
              <a:lnSpc>
                <a:spcPct val="120000"/>
              </a:lnSpc>
              <a:buFont typeface="Wingdings" panose="05000000000000000000" pitchFamily="2" charset="2"/>
              <a:buChar char="q"/>
            </a:pPr>
            <a:r>
              <a:rPr lang="de-DE" sz="1000" dirty="0">
                <a:solidFill>
                  <a:srgbClr val="FF0000"/>
                </a:solidFill>
              </a:rPr>
              <a:t>From DPLL (57 tests) </a:t>
            </a:r>
            <a:r>
              <a:rPr lang="de-DE" sz="1000" dirty="0">
                <a:solidFill>
                  <a:srgbClr val="FF0000"/>
                </a:solidFill>
                <a:sym typeface="Wingdings" panose="05000000000000000000" pitchFamily="2" charset="2"/>
              </a:rPr>
              <a:t> TX (4535 tests) responsibility</a:t>
            </a:r>
            <a:endParaRPr lang="de-DE" sz="1000" baseline="0" dirty="0">
              <a:solidFill>
                <a:srgbClr val="FF0000"/>
              </a:solidFill>
              <a:latin typeface="+mn-lt"/>
              <a:ea typeface="+mn-ea"/>
              <a:cs typeface="+mn-cs"/>
            </a:endParaRPr>
          </a:p>
          <a:p>
            <a:pPr marL="285750" indent="-285750" defTabSz="576000" eaLnBrk="0" hangingPunct="0">
              <a:lnSpc>
                <a:spcPct val="120000"/>
              </a:lnSpc>
              <a:buFont typeface="Wingdings" panose="05000000000000000000" pitchFamily="2" charset="2"/>
              <a:buChar char="q"/>
            </a:pPr>
            <a:r>
              <a:rPr lang="de-DE" sz="1000" dirty="0">
                <a:solidFill>
                  <a:srgbClr val="FF0000"/>
                </a:solidFill>
                <a:sym typeface="Wingdings" panose="05000000000000000000" pitchFamily="2" charset="2"/>
              </a:rPr>
              <a:t> </a:t>
            </a:r>
            <a:r>
              <a:rPr lang="de-DE" sz="1000" dirty="0">
                <a:solidFill>
                  <a:srgbClr val="FF0000"/>
                </a:solidFill>
              </a:rPr>
              <a:t>Causing high effort and high workload at certain periods of the releases roadmap</a:t>
            </a:r>
            <a:endParaRPr lang="de-DE" sz="1000" baseline="0" dirty="0">
              <a:solidFill>
                <a:srgbClr val="FF0000"/>
              </a:solidFill>
            </a:endParaRPr>
          </a:p>
          <a:p>
            <a:pPr marL="285750" indent="-285750" defTabSz="576000" eaLnBrk="0" hangingPunct="0">
              <a:lnSpc>
                <a:spcPct val="120000"/>
              </a:lnSpc>
              <a:buFont typeface="Wingdings" panose="05000000000000000000" pitchFamily="2" charset="2"/>
              <a:buChar char="q"/>
            </a:pPr>
            <a:r>
              <a:rPr lang="de-DE" sz="1000" baseline="0" dirty="0">
                <a:solidFill>
                  <a:srgbClr val="FF0000"/>
                </a:solidFill>
                <a:latin typeface="+mn-lt"/>
                <a:ea typeface="+mn-ea"/>
                <a:cs typeface="+mn-cs"/>
                <a:sym typeface="Wingdings" panose="05000000000000000000" pitchFamily="2" charset="2"/>
              </a:rPr>
              <a:t> Tedious, repeatitive and highly demanding task on top of other important tasks</a:t>
            </a:r>
          </a:p>
          <a:p>
            <a:pPr marL="285750" indent="-285750" defTabSz="576000" eaLnBrk="0" hangingPunct="0">
              <a:lnSpc>
                <a:spcPct val="120000"/>
              </a:lnSpc>
              <a:buFont typeface="Wingdings" panose="05000000000000000000" pitchFamily="2" charset="2"/>
              <a:buChar char="q"/>
            </a:pPr>
            <a:r>
              <a:rPr lang="de-DE" sz="1000" baseline="0" dirty="0">
                <a:solidFill>
                  <a:schemeClr val="tx1"/>
                </a:solidFill>
                <a:latin typeface="+mn-lt"/>
                <a:ea typeface="+mn-ea"/>
                <a:cs typeface="+mn-cs"/>
                <a:sym typeface="Wingdings" panose="05000000000000000000" pitchFamily="2" charset="2"/>
              </a:rPr>
              <a:t>In general an „unlikeable“ but necessary aspect of TP releases</a:t>
            </a:r>
            <a:endParaRPr lang="en-US" sz="1000" baseline="0" dirty="0">
              <a:solidFill>
                <a:schemeClr val="tx1"/>
              </a:solidFill>
              <a:latin typeface="+mn-lt"/>
              <a:ea typeface="+mn-ea"/>
              <a:cs typeface="+mn-cs"/>
            </a:endParaRPr>
          </a:p>
        </p:txBody>
      </p:sp>
      <p:sp>
        <p:nvSpPr>
          <p:cNvPr id="8" name="Arrow: Striped Right 7">
            <a:extLst>
              <a:ext uri="{FF2B5EF4-FFF2-40B4-BE49-F238E27FC236}">
                <a16:creationId xmlns:a16="http://schemas.microsoft.com/office/drawing/2014/main" id="{A82098CB-532F-4C04-B9FC-41CBE7D2E83E}"/>
              </a:ext>
            </a:extLst>
          </p:cNvPr>
          <p:cNvSpPr/>
          <p:nvPr/>
        </p:nvSpPr>
        <p:spPr bwMode="auto">
          <a:xfrm>
            <a:off x="3863950" y="2060410"/>
            <a:ext cx="2160240" cy="576064"/>
          </a:xfrm>
          <a:prstGeom prst="stripedRightArrow">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
        <p:nvSpPr>
          <p:cNvPr id="7" name="Callout: Line 6">
            <a:extLst>
              <a:ext uri="{FF2B5EF4-FFF2-40B4-BE49-F238E27FC236}">
                <a16:creationId xmlns:a16="http://schemas.microsoft.com/office/drawing/2014/main" id="{D18B01D2-C4CA-4C13-8EBB-368CCEC9F794}"/>
              </a:ext>
            </a:extLst>
          </p:cNvPr>
          <p:cNvSpPr/>
          <p:nvPr/>
        </p:nvSpPr>
        <p:spPr bwMode="auto">
          <a:xfrm>
            <a:off x="335360" y="1276185"/>
            <a:ext cx="3456781" cy="4745063"/>
          </a:xfrm>
          <a:prstGeom prst="borderCallout1">
            <a:avLst>
              <a:gd name="adj1" fmla="val 50335"/>
              <a:gd name="adj2" fmla="val 100124"/>
              <a:gd name="adj3" fmla="val 50247"/>
              <a:gd name="adj4" fmla="val 100056"/>
            </a:avLst>
          </a:prstGeom>
          <a:ln>
            <a:headEnd/>
            <a:tailEnd/>
          </a:ln>
        </p:spPr>
        <p:style>
          <a:lnRef idx="2">
            <a:schemeClr val="accent1"/>
          </a:lnRef>
          <a:fillRef idx="1">
            <a:schemeClr val="lt1"/>
          </a:fillRef>
          <a:effectRef idx="0">
            <a:schemeClr val="accent1"/>
          </a:effectRef>
          <a:fontRef idx="minor">
            <a:schemeClr val="dk1"/>
          </a:fontRef>
        </p:style>
        <p:txBody>
          <a:bodyPr wrap="square" lIns="72000" tIns="72000" rIns="72000" bIns="72000" rtlCol="0" anchor="ctr">
            <a:spAutoFit/>
          </a:bodyPr>
          <a:lstStyle/>
          <a:p>
            <a:pPr defTabSz="576000" eaLnBrk="0" hangingPunct="0">
              <a:lnSpc>
                <a:spcPct val="120000"/>
              </a:lnSpc>
            </a:pPr>
            <a:r>
              <a:rPr lang="de-DE" sz="1000" b="1" kern="0" dirty="0"/>
              <a:t>TE common work packages:</a:t>
            </a:r>
          </a:p>
          <a:p>
            <a:pPr marL="171450" indent="-171450" defTabSz="576000" eaLnBrk="0" hangingPunct="0">
              <a:lnSpc>
                <a:spcPct val="120000"/>
              </a:lnSpc>
              <a:buFont typeface="Wingdings" panose="05000000000000000000" pitchFamily="2" charset="2"/>
              <a:buChar char="q"/>
            </a:pPr>
            <a:r>
              <a:rPr lang="en-GB" sz="1000" kern="0" dirty="0">
                <a:solidFill>
                  <a:schemeClr val="bg1">
                    <a:lumMod val="85000"/>
                  </a:schemeClr>
                </a:solidFill>
              </a:rPr>
              <a:t>Test plan definition and test development</a:t>
            </a:r>
          </a:p>
          <a:p>
            <a:pPr defTabSz="576000" eaLnBrk="0" hangingPunct="0">
              <a:lnSpc>
                <a:spcPct val="120000"/>
              </a:lnSpc>
            </a:pPr>
            <a:endParaRPr lang="en-GB" sz="1000" kern="0" dirty="0"/>
          </a:p>
          <a:p>
            <a:pPr marL="171450" indent="-171450" defTabSz="576000" eaLnBrk="0" hangingPunct="0">
              <a:lnSpc>
                <a:spcPct val="120000"/>
              </a:lnSpc>
              <a:buFont typeface="Wingdings" panose="05000000000000000000" pitchFamily="2" charset="2"/>
              <a:buChar char="q"/>
            </a:pPr>
            <a:r>
              <a:rPr lang="en-GB" sz="1000" kern="0" dirty="0"/>
              <a:t>Production release and transfer to the production</a:t>
            </a:r>
          </a:p>
          <a:p>
            <a:pPr marL="171450" indent="-171450" defTabSz="576000" eaLnBrk="0" hangingPunct="0">
              <a:lnSpc>
                <a:spcPct val="120000"/>
              </a:lnSpc>
              <a:buFont typeface="Wingdings" panose="05000000000000000000" pitchFamily="2" charset="2"/>
              <a:buChar char="q"/>
            </a:pPr>
            <a:endParaRPr lang="en-GB" sz="1000" kern="0" dirty="0"/>
          </a:p>
          <a:p>
            <a:pPr marL="171450" indent="-171450" defTabSz="576000" eaLnBrk="0" hangingPunct="0">
              <a:lnSpc>
                <a:spcPct val="120000"/>
              </a:lnSpc>
              <a:buFont typeface="Wingdings" panose="05000000000000000000" pitchFamily="2" charset="2"/>
              <a:buChar char="q"/>
            </a:pPr>
            <a:r>
              <a:rPr lang="en-GB" sz="1000" kern="0" dirty="0"/>
              <a:t>Quality and reliability support</a:t>
            </a:r>
          </a:p>
          <a:p>
            <a:pPr marL="171450" indent="-171450" defTabSz="576000" eaLnBrk="0" hangingPunct="0">
              <a:lnSpc>
                <a:spcPct val="120000"/>
              </a:lnSpc>
              <a:buFont typeface="Wingdings" panose="05000000000000000000" pitchFamily="2" charset="2"/>
              <a:buChar char="q"/>
            </a:pPr>
            <a:endParaRPr lang="en-GB" sz="1000" kern="0" dirty="0"/>
          </a:p>
          <a:p>
            <a:pPr marL="171450" indent="-171450" defTabSz="576000" eaLnBrk="0" hangingPunct="0">
              <a:lnSpc>
                <a:spcPct val="120000"/>
              </a:lnSpc>
              <a:buFont typeface="Wingdings" panose="05000000000000000000" pitchFamily="2" charset="2"/>
              <a:buChar char="q"/>
            </a:pPr>
            <a:r>
              <a:rPr lang="en-GB" sz="1000" kern="0" dirty="0">
                <a:solidFill>
                  <a:schemeClr val="bg1">
                    <a:lumMod val="85000"/>
                  </a:schemeClr>
                </a:solidFill>
              </a:rPr>
              <a:t>Hardware interface development</a:t>
            </a:r>
          </a:p>
          <a:p>
            <a:pPr marL="171450" indent="-171450" defTabSz="576000" eaLnBrk="0" hangingPunct="0">
              <a:lnSpc>
                <a:spcPct val="120000"/>
              </a:lnSpc>
              <a:buFont typeface="Wingdings" panose="05000000000000000000" pitchFamily="2" charset="2"/>
              <a:buChar char="q"/>
            </a:pPr>
            <a:endParaRPr lang="en-GB" sz="1000" kern="0" dirty="0">
              <a:solidFill>
                <a:schemeClr val="bg1">
                  <a:lumMod val="85000"/>
                </a:schemeClr>
              </a:solidFill>
            </a:endParaRPr>
          </a:p>
          <a:p>
            <a:pPr marL="171450" indent="-171450" defTabSz="576000" eaLnBrk="0" hangingPunct="0">
              <a:lnSpc>
                <a:spcPct val="120000"/>
              </a:lnSpc>
              <a:buFont typeface="Wingdings" panose="05000000000000000000" pitchFamily="2" charset="2"/>
              <a:buChar char="q"/>
            </a:pPr>
            <a:r>
              <a:rPr lang="en-GB" sz="1000" kern="0" dirty="0">
                <a:solidFill>
                  <a:schemeClr val="bg1">
                    <a:lumMod val="85000"/>
                  </a:schemeClr>
                </a:solidFill>
              </a:rPr>
              <a:t>Characterization and correlation</a:t>
            </a:r>
          </a:p>
          <a:p>
            <a:pPr marL="171450" indent="-171450" defTabSz="576000" eaLnBrk="0" hangingPunct="0">
              <a:lnSpc>
                <a:spcPct val="120000"/>
              </a:lnSpc>
              <a:buFont typeface="Wingdings" panose="05000000000000000000" pitchFamily="2" charset="2"/>
              <a:buChar char="q"/>
            </a:pPr>
            <a:endParaRPr lang="en-GB" sz="1000" kern="0" dirty="0">
              <a:solidFill>
                <a:schemeClr val="bg1">
                  <a:lumMod val="85000"/>
                </a:schemeClr>
              </a:solidFill>
            </a:endParaRPr>
          </a:p>
          <a:p>
            <a:pPr marL="171450" indent="-171450" defTabSz="576000" eaLnBrk="0" hangingPunct="0">
              <a:lnSpc>
                <a:spcPct val="120000"/>
              </a:lnSpc>
              <a:buFont typeface="Wingdings" panose="05000000000000000000" pitchFamily="2" charset="2"/>
              <a:buChar char="q"/>
            </a:pPr>
            <a:r>
              <a:rPr lang="en-GB" sz="1000" kern="0" dirty="0">
                <a:solidFill>
                  <a:schemeClr val="tx1"/>
                </a:solidFill>
              </a:rPr>
              <a:t>Debug and failure analysis support</a:t>
            </a:r>
          </a:p>
          <a:p>
            <a:pPr marL="171450" indent="-171450" defTabSz="576000" eaLnBrk="0" hangingPunct="0">
              <a:lnSpc>
                <a:spcPct val="120000"/>
              </a:lnSpc>
              <a:buFont typeface="Wingdings" panose="05000000000000000000" pitchFamily="2" charset="2"/>
              <a:buChar char="q"/>
            </a:pPr>
            <a:endParaRPr lang="en-GB" sz="1000" kern="0" dirty="0">
              <a:solidFill>
                <a:schemeClr val="bg1">
                  <a:lumMod val="85000"/>
                </a:schemeClr>
              </a:solidFill>
            </a:endParaRPr>
          </a:p>
          <a:p>
            <a:pPr marL="171450" indent="-171450" defTabSz="576000" eaLnBrk="0" hangingPunct="0">
              <a:lnSpc>
                <a:spcPct val="120000"/>
              </a:lnSpc>
              <a:buFont typeface="Wingdings" panose="05000000000000000000" pitchFamily="2" charset="2"/>
              <a:buChar char="q"/>
            </a:pPr>
            <a:r>
              <a:rPr lang="en-GB" sz="1000" kern="0" dirty="0">
                <a:solidFill>
                  <a:schemeClr val="bg1">
                    <a:lumMod val="85000"/>
                  </a:schemeClr>
                </a:solidFill>
              </a:rPr>
              <a:t>Test time optimization</a:t>
            </a:r>
          </a:p>
          <a:p>
            <a:pPr marL="171450" indent="-171450" defTabSz="576000" eaLnBrk="0" hangingPunct="0">
              <a:lnSpc>
                <a:spcPct val="120000"/>
              </a:lnSpc>
              <a:buFont typeface="Wingdings" panose="05000000000000000000" pitchFamily="2" charset="2"/>
              <a:buChar char="q"/>
            </a:pPr>
            <a:endParaRPr lang="en-GB" sz="1000" kern="0" dirty="0">
              <a:solidFill>
                <a:schemeClr val="bg1">
                  <a:lumMod val="85000"/>
                </a:schemeClr>
              </a:solidFill>
            </a:endParaRPr>
          </a:p>
          <a:p>
            <a:pPr marL="171450" indent="-171450" defTabSz="576000" eaLnBrk="0" hangingPunct="0">
              <a:lnSpc>
                <a:spcPct val="120000"/>
              </a:lnSpc>
              <a:buFont typeface="Wingdings" panose="05000000000000000000" pitchFamily="2" charset="2"/>
              <a:buChar char="q"/>
            </a:pPr>
            <a:r>
              <a:rPr lang="en-GB" sz="1000" kern="0" dirty="0">
                <a:solidFill>
                  <a:schemeClr val="tx1"/>
                </a:solidFill>
              </a:rPr>
              <a:t>Yield analysis and yield optimization</a:t>
            </a:r>
          </a:p>
          <a:p>
            <a:pPr marL="171450" indent="-171450" defTabSz="576000" eaLnBrk="0" hangingPunct="0">
              <a:lnSpc>
                <a:spcPct val="120000"/>
              </a:lnSpc>
              <a:buFont typeface="Wingdings" panose="05000000000000000000" pitchFamily="2" charset="2"/>
              <a:buChar char="q"/>
            </a:pPr>
            <a:endParaRPr lang="en-GB" sz="1000" kern="0" dirty="0">
              <a:solidFill>
                <a:schemeClr val="bg1">
                  <a:lumMod val="85000"/>
                </a:schemeClr>
              </a:solidFill>
            </a:endParaRPr>
          </a:p>
          <a:p>
            <a:pPr marL="171450" indent="-171450" defTabSz="576000" eaLnBrk="0" hangingPunct="0">
              <a:lnSpc>
                <a:spcPct val="120000"/>
              </a:lnSpc>
              <a:buFont typeface="Wingdings" panose="05000000000000000000" pitchFamily="2" charset="2"/>
              <a:buChar char="q"/>
            </a:pPr>
            <a:r>
              <a:rPr lang="en-GB" sz="1000" kern="0" dirty="0">
                <a:solidFill>
                  <a:schemeClr val="bg1">
                    <a:lumMod val="85000"/>
                  </a:schemeClr>
                </a:solidFill>
              </a:rPr>
              <a:t>Limit setting and guard-banding</a:t>
            </a:r>
          </a:p>
          <a:p>
            <a:pPr defTabSz="576000" eaLnBrk="0" hangingPunct="0">
              <a:lnSpc>
                <a:spcPct val="120000"/>
              </a:lnSpc>
            </a:pPr>
            <a:endParaRPr lang="en-GB" sz="1000" kern="0" dirty="0">
              <a:solidFill>
                <a:schemeClr val="bg1">
                  <a:lumMod val="85000"/>
                </a:schemeClr>
              </a:solidFill>
            </a:endParaRPr>
          </a:p>
          <a:p>
            <a:pPr marL="171450" indent="-171450" defTabSz="576000" eaLnBrk="0" hangingPunct="0">
              <a:lnSpc>
                <a:spcPct val="120000"/>
              </a:lnSpc>
              <a:buFont typeface="Wingdings" panose="05000000000000000000" pitchFamily="2" charset="2"/>
              <a:buChar char="q"/>
            </a:pPr>
            <a:r>
              <a:rPr lang="en-GB" sz="1000" kern="0" dirty="0">
                <a:solidFill>
                  <a:schemeClr val="bg1">
                    <a:lumMod val="85000"/>
                  </a:schemeClr>
                </a:solidFill>
              </a:rPr>
              <a:t>Documentation and change control</a:t>
            </a:r>
          </a:p>
          <a:p>
            <a:pPr marL="171450" indent="-171450" defTabSz="576000" eaLnBrk="0" hangingPunct="0">
              <a:lnSpc>
                <a:spcPct val="120000"/>
              </a:lnSpc>
              <a:buFont typeface="Wingdings" panose="05000000000000000000" pitchFamily="2" charset="2"/>
              <a:buChar char="q"/>
            </a:pPr>
            <a:endParaRPr lang="en-GB" sz="1000" kern="0" dirty="0">
              <a:solidFill>
                <a:schemeClr val="bg1">
                  <a:lumMod val="85000"/>
                </a:schemeClr>
              </a:solidFill>
            </a:endParaRPr>
          </a:p>
          <a:p>
            <a:pPr marL="171450" indent="-171450" defTabSz="576000" eaLnBrk="0" hangingPunct="0">
              <a:lnSpc>
                <a:spcPct val="120000"/>
              </a:lnSpc>
              <a:buFont typeface="Wingdings" panose="05000000000000000000" pitchFamily="2" charset="2"/>
              <a:buChar char="q"/>
            </a:pPr>
            <a:r>
              <a:rPr lang="en-GB" sz="1000" kern="0" dirty="0">
                <a:solidFill>
                  <a:schemeClr val="bg1">
                    <a:lumMod val="85000"/>
                  </a:schemeClr>
                </a:solidFill>
              </a:rPr>
              <a:t>Cross-functional support with other stakeholders to close test-related issues</a:t>
            </a:r>
          </a:p>
          <a:p>
            <a:pPr marL="171450" indent="-171450" defTabSz="576000" eaLnBrk="0" hangingPunct="0">
              <a:lnSpc>
                <a:spcPct val="120000"/>
              </a:lnSpc>
              <a:buFont typeface="Wingdings" panose="05000000000000000000" pitchFamily="2" charset="2"/>
              <a:buChar char="q"/>
            </a:pPr>
            <a:endParaRPr lang="en-GB" sz="1000" kern="0" dirty="0">
              <a:solidFill>
                <a:schemeClr val="tx1"/>
              </a:solidFill>
            </a:endParaRPr>
          </a:p>
          <a:p>
            <a:pPr marL="171450" indent="-171450" defTabSz="576000" eaLnBrk="0" hangingPunct="0">
              <a:lnSpc>
                <a:spcPct val="120000"/>
              </a:lnSpc>
              <a:buFont typeface="Wingdings" panose="05000000000000000000" pitchFamily="2" charset="2"/>
              <a:buChar char="q"/>
            </a:pPr>
            <a:r>
              <a:rPr lang="en-GB" sz="1000" kern="0" dirty="0">
                <a:solidFill>
                  <a:schemeClr val="tx1"/>
                </a:solidFill>
              </a:rPr>
              <a:t>…</a:t>
            </a:r>
          </a:p>
        </p:txBody>
      </p:sp>
    </p:spTree>
    <p:extLst>
      <p:ext uri="{BB962C8B-B14F-4D97-AF65-F5344CB8AC3E}">
        <p14:creationId xmlns:p14="http://schemas.microsoft.com/office/powerpoint/2010/main" val="9679346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2A3DB54-EDAA-323A-87B5-63B2513F5053}"/>
              </a:ext>
            </a:extLst>
          </p:cNvPr>
          <p:cNvSpPr>
            <a:spLocks noGrp="1"/>
          </p:cNvSpPr>
          <p:nvPr>
            <p:ph type="title"/>
          </p:nvPr>
        </p:nvSpPr>
        <p:spPr/>
        <p:txBody>
          <a:bodyPr/>
          <a:lstStyle/>
          <a:p>
            <a:r>
              <a:rPr lang="de-DE" dirty="0"/>
              <a:t>Automated approach</a:t>
            </a:r>
            <a:endParaRPr lang="en-US" dirty="0"/>
          </a:p>
        </p:txBody>
      </p:sp>
      <p:sp>
        <p:nvSpPr>
          <p:cNvPr id="6" name="Rectangle: Rounded Corners 5">
            <a:extLst>
              <a:ext uri="{FF2B5EF4-FFF2-40B4-BE49-F238E27FC236}">
                <a16:creationId xmlns:a16="http://schemas.microsoft.com/office/drawing/2014/main" id="{C200D7E2-A9E8-4BEF-B209-7373F9E3BB32}"/>
              </a:ext>
            </a:extLst>
          </p:cNvPr>
          <p:cNvSpPr/>
          <p:nvPr/>
        </p:nvSpPr>
        <p:spPr bwMode="auto">
          <a:xfrm>
            <a:off x="6096000" y="1267884"/>
            <a:ext cx="5472608" cy="2161116"/>
          </a:xfrm>
          <a:prstGeom prst="roundRect">
            <a:avLst/>
          </a:prstGeom>
          <a:noFill/>
          <a:ln>
            <a:headEnd/>
            <a:tailEnd/>
          </a:ln>
        </p:spPr>
        <p:style>
          <a:lnRef idx="2">
            <a:schemeClr val="accent1"/>
          </a:lnRef>
          <a:fillRef idx="1">
            <a:schemeClr val="lt1"/>
          </a:fillRef>
          <a:effectRef idx="0">
            <a:schemeClr val="accent1"/>
          </a:effectRef>
          <a:fontRef idx="minor">
            <a:schemeClr val="dk1"/>
          </a:fontRef>
        </p:style>
        <p:txBody>
          <a:bodyPr wrap="square" lIns="72000" tIns="72000" rIns="72000" bIns="72000" rtlCol="0" anchor="ctr"/>
          <a:lstStyle/>
          <a:p>
            <a:pPr marL="285750" indent="-285750" defTabSz="576000" eaLnBrk="0" hangingPunct="0">
              <a:lnSpc>
                <a:spcPct val="120000"/>
              </a:lnSpc>
              <a:buFont typeface="Wingdings" panose="05000000000000000000" pitchFamily="2" charset="2"/>
              <a:buChar char="q"/>
            </a:pPr>
            <a:r>
              <a:rPr lang="de-DE" sz="1000" baseline="0" dirty="0">
                <a:solidFill>
                  <a:schemeClr val="tx1"/>
                </a:solidFill>
                <a:latin typeface="+mn-lt"/>
                <a:ea typeface="+mn-ea"/>
                <a:cs typeface="+mn-cs"/>
              </a:rPr>
              <a:t>Verification runs and test data review necessary</a:t>
            </a:r>
          </a:p>
          <a:p>
            <a:pPr marL="285750" indent="-285750" defTabSz="576000" eaLnBrk="0" hangingPunct="0">
              <a:lnSpc>
                <a:spcPct val="120000"/>
              </a:lnSpc>
              <a:buFont typeface="Wingdings" panose="05000000000000000000" pitchFamily="2" charset="2"/>
              <a:buChar char="q"/>
            </a:pPr>
            <a:r>
              <a:rPr lang="de-DE" sz="1000" baseline="0" dirty="0">
                <a:solidFill>
                  <a:schemeClr val="tx1"/>
                </a:solidFill>
                <a:latin typeface="+mn-lt"/>
                <a:ea typeface="+mn-ea"/>
                <a:cs typeface="+mn-cs"/>
              </a:rPr>
              <a:t>Common approach for the test data review:</a:t>
            </a:r>
          </a:p>
          <a:p>
            <a:pPr marL="895335" lvl="1" indent="-285750" defTabSz="576000" eaLnBrk="0" hangingPunct="0">
              <a:lnSpc>
                <a:spcPct val="120000"/>
              </a:lnSpc>
              <a:buFont typeface="Wingdings" panose="05000000000000000000" pitchFamily="2" charset="2"/>
              <a:buChar char="q"/>
            </a:pPr>
            <a:r>
              <a:rPr lang="de-DE" sz="1000" baseline="0" dirty="0">
                <a:solidFill>
                  <a:schemeClr val="tx1"/>
                </a:solidFill>
                <a:latin typeface="+mn-lt"/>
                <a:ea typeface="+mn-ea"/>
                <a:cs typeface="+mn-cs"/>
              </a:rPr>
              <a:t>Load the data in Chronos or any other data visualization tool</a:t>
            </a:r>
          </a:p>
          <a:p>
            <a:pPr marL="895335" lvl="1" indent="-285750" defTabSz="576000" eaLnBrk="0" hangingPunct="0">
              <a:lnSpc>
                <a:spcPct val="120000"/>
              </a:lnSpc>
              <a:buFont typeface="Wingdings" panose="05000000000000000000" pitchFamily="2" charset="2"/>
              <a:buChar char="q"/>
            </a:pPr>
            <a:r>
              <a:rPr lang="de-DE" sz="1000" baseline="0" dirty="0">
                <a:solidFill>
                  <a:schemeClr val="tx1"/>
                </a:solidFill>
                <a:latin typeface="+mn-lt"/>
                <a:ea typeface="+mn-ea"/>
                <a:cs typeface="+mn-cs"/>
              </a:rPr>
              <a:t>Go through the fails pareto and review the failing tests</a:t>
            </a:r>
          </a:p>
          <a:p>
            <a:pPr marL="895335" lvl="1" indent="-285750" defTabSz="576000" eaLnBrk="0" hangingPunct="0">
              <a:lnSpc>
                <a:spcPct val="120000"/>
              </a:lnSpc>
              <a:buFont typeface="Wingdings" panose="05000000000000000000" pitchFamily="2" charset="2"/>
              <a:buChar char="q"/>
            </a:pPr>
            <a:r>
              <a:rPr lang="de-DE" sz="1000" dirty="0">
                <a:solidFill>
                  <a:schemeClr val="tx1"/>
                </a:solidFill>
              </a:rPr>
              <a:t>Review the (key parameter) tests one by one</a:t>
            </a:r>
            <a:endParaRPr lang="de-DE" sz="1000" baseline="0" dirty="0">
              <a:solidFill>
                <a:schemeClr val="tx1"/>
              </a:solidFill>
              <a:latin typeface="+mn-lt"/>
              <a:ea typeface="+mn-ea"/>
              <a:cs typeface="+mn-cs"/>
            </a:endParaRPr>
          </a:p>
          <a:p>
            <a:pPr marL="285750" indent="-285750" defTabSz="576000" eaLnBrk="0" hangingPunct="0">
              <a:lnSpc>
                <a:spcPct val="120000"/>
              </a:lnSpc>
              <a:buFont typeface="Wingdings" panose="05000000000000000000" pitchFamily="2" charset="2"/>
              <a:buChar char="q"/>
            </a:pPr>
            <a:r>
              <a:rPr lang="de-DE" sz="1000" baseline="0" dirty="0">
                <a:solidFill>
                  <a:srgbClr val="FF0000"/>
                </a:solidFill>
                <a:latin typeface="+mn-lt"/>
                <a:ea typeface="+mn-ea"/>
                <a:cs typeface="+mn-cs"/>
                <a:sym typeface="Wingdings" panose="05000000000000000000" pitchFamily="2" charset="2"/>
              </a:rPr>
              <a:t> </a:t>
            </a:r>
            <a:r>
              <a:rPr lang="de-DE" sz="1000" baseline="0" dirty="0">
                <a:solidFill>
                  <a:srgbClr val="FF0000"/>
                </a:solidFill>
                <a:latin typeface="+mn-lt"/>
                <a:ea typeface="+mn-ea"/>
                <a:cs typeface="+mn-cs"/>
              </a:rPr>
              <a:t>Large datasets to review across FE, BE and Q insertions</a:t>
            </a:r>
          </a:p>
          <a:p>
            <a:pPr marL="895335" lvl="1" indent="-285750" defTabSz="576000" eaLnBrk="0" hangingPunct="0">
              <a:lnSpc>
                <a:spcPct val="120000"/>
              </a:lnSpc>
              <a:buFont typeface="Wingdings" panose="05000000000000000000" pitchFamily="2" charset="2"/>
              <a:buChar char="q"/>
            </a:pPr>
            <a:r>
              <a:rPr lang="de-DE" sz="1000" dirty="0">
                <a:solidFill>
                  <a:srgbClr val="FF0000"/>
                </a:solidFill>
              </a:rPr>
              <a:t>From DPLL (57 tests) </a:t>
            </a:r>
            <a:r>
              <a:rPr lang="de-DE" sz="1000" dirty="0">
                <a:solidFill>
                  <a:srgbClr val="FF0000"/>
                </a:solidFill>
                <a:sym typeface="Wingdings" panose="05000000000000000000" pitchFamily="2" charset="2"/>
              </a:rPr>
              <a:t> TX (4535 tests) responsibility</a:t>
            </a:r>
            <a:endParaRPr lang="de-DE" sz="1000" baseline="0" dirty="0">
              <a:solidFill>
                <a:srgbClr val="FF0000"/>
              </a:solidFill>
              <a:latin typeface="+mn-lt"/>
              <a:ea typeface="+mn-ea"/>
              <a:cs typeface="+mn-cs"/>
            </a:endParaRPr>
          </a:p>
          <a:p>
            <a:pPr marL="285750" indent="-285750" defTabSz="576000" eaLnBrk="0" hangingPunct="0">
              <a:lnSpc>
                <a:spcPct val="120000"/>
              </a:lnSpc>
              <a:buFont typeface="Wingdings" panose="05000000000000000000" pitchFamily="2" charset="2"/>
              <a:buChar char="q"/>
            </a:pPr>
            <a:r>
              <a:rPr lang="de-DE" sz="1000" dirty="0">
                <a:solidFill>
                  <a:srgbClr val="FF0000"/>
                </a:solidFill>
                <a:sym typeface="Wingdings" panose="05000000000000000000" pitchFamily="2" charset="2"/>
              </a:rPr>
              <a:t> </a:t>
            </a:r>
            <a:r>
              <a:rPr lang="de-DE" sz="1000" dirty="0">
                <a:solidFill>
                  <a:srgbClr val="FF0000"/>
                </a:solidFill>
              </a:rPr>
              <a:t>Causing high effort and high workload at certain periods of the releases roadmap</a:t>
            </a:r>
            <a:endParaRPr lang="de-DE" sz="1000" baseline="0" dirty="0">
              <a:solidFill>
                <a:srgbClr val="FF0000"/>
              </a:solidFill>
            </a:endParaRPr>
          </a:p>
          <a:p>
            <a:pPr marL="285750" indent="-285750" defTabSz="576000" eaLnBrk="0" hangingPunct="0">
              <a:lnSpc>
                <a:spcPct val="120000"/>
              </a:lnSpc>
              <a:buFont typeface="Wingdings" panose="05000000000000000000" pitchFamily="2" charset="2"/>
              <a:buChar char="q"/>
            </a:pPr>
            <a:r>
              <a:rPr lang="de-DE" sz="1000" baseline="0" dirty="0">
                <a:solidFill>
                  <a:srgbClr val="FF0000"/>
                </a:solidFill>
                <a:latin typeface="+mn-lt"/>
                <a:ea typeface="+mn-ea"/>
                <a:cs typeface="+mn-cs"/>
                <a:sym typeface="Wingdings" panose="05000000000000000000" pitchFamily="2" charset="2"/>
              </a:rPr>
              <a:t> Tedious, repeatitive and highly demanding task on top of other important tasks</a:t>
            </a:r>
          </a:p>
          <a:p>
            <a:pPr marL="285750" indent="-285750" defTabSz="576000" eaLnBrk="0" hangingPunct="0">
              <a:lnSpc>
                <a:spcPct val="120000"/>
              </a:lnSpc>
              <a:buFont typeface="Wingdings" panose="05000000000000000000" pitchFamily="2" charset="2"/>
              <a:buChar char="q"/>
            </a:pPr>
            <a:r>
              <a:rPr lang="de-DE" sz="1000" baseline="0" dirty="0">
                <a:solidFill>
                  <a:schemeClr val="tx1"/>
                </a:solidFill>
                <a:latin typeface="+mn-lt"/>
                <a:ea typeface="+mn-ea"/>
                <a:cs typeface="+mn-cs"/>
                <a:sym typeface="Wingdings" panose="05000000000000000000" pitchFamily="2" charset="2"/>
              </a:rPr>
              <a:t>In general an „unlikeable“ but necessary aspect of TP releases</a:t>
            </a:r>
            <a:endParaRPr lang="en-US" sz="1000" baseline="0" dirty="0">
              <a:solidFill>
                <a:schemeClr val="tx1"/>
              </a:solidFill>
              <a:latin typeface="+mn-lt"/>
              <a:ea typeface="+mn-ea"/>
              <a:cs typeface="+mn-cs"/>
            </a:endParaRPr>
          </a:p>
        </p:txBody>
      </p:sp>
      <p:sp>
        <p:nvSpPr>
          <p:cNvPr id="10" name="Rectangle: Rounded Corners 9">
            <a:extLst>
              <a:ext uri="{FF2B5EF4-FFF2-40B4-BE49-F238E27FC236}">
                <a16:creationId xmlns:a16="http://schemas.microsoft.com/office/drawing/2014/main" id="{B262C746-F581-4211-B247-CA9885B8D26E}"/>
              </a:ext>
            </a:extLst>
          </p:cNvPr>
          <p:cNvSpPr/>
          <p:nvPr/>
        </p:nvSpPr>
        <p:spPr bwMode="auto">
          <a:xfrm>
            <a:off x="8010735" y="4974705"/>
            <a:ext cx="1643137" cy="364974"/>
          </a:xfrm>
          <a:prstGeom prst="round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ctr">
            <a:spAutoFit/>
          </a:bodyPr>
          <a:lstStyle/>
          <a:p>
            <a:pPr defTabSz="576000" eaLnBrk="0" hangingPunct="0">
              <a:lnSpc>
                <a:spcPct val="120000"/>
              </a:lnSpc>
            </a:pPr>
            <a:r>
              <a:rPr lang="de-DE" sz="1100" b="1" dirty="0">
                <a:solidFill>
                  <a:schemeClr val="bg1"/>
                </a:solidFill>
              </a:rPr>
              <a:t>Let‘s automate this!</a:t>
            </a:r>
            <a:endParaRPr lang="de-DE" sz="1100" b="1" baseline="0" dirty="0">
              <a:solidFill>
                <a:schemeClr val="bg1"/>
              </a:solidFill>
            </a:endParaRPr>
          </a:p>
        </p:txBody>
      </p:sp>
      <p:pic>
        <p:nvPicPr>
          <p:cNvPr id="17" name="Picture 16">
            <a:extLst>
              <a:ext uri="{FF2B5EF4-FFF2-40B4-BE49-F238E27FC236}">
                <a16:creationId xmlns:a16="http://schemas.microsoft.com/office/drawing/2014/main" id="{C4482290-D2E6-4FDA-BA44-50001207D43C}"/>
              </a:ext>
            </a:extLst>
          </p:cNvPr>
          <p:cNvPicPr>
            <a:picLocks noChangeAspect="1"/>
          </p:cNvPicPr>
          <p:nvPr/>
        </p:nvPicPr>
        <p:blipFill>
          <a:blip r:embed="rId2"/>
          <a:stretch>
            <a:fillRect/>
          </a:stretch>
        </p:blipFill>
        <p:spPr>
          <a:xfrm>
            <a:off x="9840416" y="4974705"/>
            <a:ext cx="1800200" cy="1423491"/>
          </a:xfrm>
          <a:prstGeom prst="rect">
            <a:avLst/>
          </a:prstGeom>
        </p:spPr>
      </p:pic>
      <p:sp>
        <p:nvSpPr>
          <p:cNvPr id="18" name="Arrow: Striped Right 17">
            <a:extLst>
              <a:ext uri="{FF2B5EF4-FFF2-40B4-BE49-F238E27FC236}">
                <a16:creationId xmlns:a16="http://schemas.microsoft.com/office/drawing/2014/main" id="{5E1E326C-D8C0-49F1-9B22-F5A4110D1147}"/>
              </a:ext>
            </a:extLst>
          </p:cNvPr>
          <p:cNvSpPr/>
          <p:nvPr/>
        </p:nvSpPr>
        <p:spPr bwMode="auto">
          <a:xfrm rot="5400000">
            <a:off x="8184232" y="3861048"/>
            <a:ext cx="1296144" cy="576064"/>
          </a:xfrm>
          <a:prstGeom prst="stripedRightArrow">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
        <p:nvSpPr>
          <p:cNvPr id="12" name="Arrow: Striped Right 11">
            <a:extLst>
              <a:ext uri="{FF2B5EF4-FFF2-40B4-BE49-F238E27FC236}">
                <a16:creationId xmlns:a16="http://schemas.microsoft.com/office/drawing/2014/main" id="{57132CC8-F89D-4A71-8F51-1BF6FF84E950}"/>
              </a:ext>
            </a:extLst>
          </p:cNvPr>
          <p:cNvSpPr/>
          <p:nvPr/>
        </p:nvSpPr>
        <p:spPr bwMode="auto">
          <a:xfrm>
            <a:off x="3863950" y="2060410"/>
            <a:ext cx="2160240" cy="576064"/>
          </a:xfrm>
          <a:prstGeom prst="stripedRightArrow">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
        <p:nvSpPr>
          <p:cNvPr id="13" name="Callout: Line 12">
            <a:extLst>
              <a:ext uri="{FF2B5EF4-FFF2-40B4-BE49-F238E27FC236}">
                <a16:creationId xmlns:a16="http://schemas.microsoft.com/office/drawing/2014/main" id="{F378E7C8-4563-4AE4-B199-D014B33B9A88}"/>
              </a:ext>
            </a:extLst>
          </p:cNvPr>
          <p:cNvSpPr/>
          <p:nvPr/>
        </p:nvSpPr>
        <p:spPr bwMode="auto">
          <a:xfrm>
            <a:off x="335360" y="1276185"/>
            <a:ext cx="3456781" cy="4745063"/>
          </a:xfrm>
          <a:prstGeom prst="borderCallout1">
            <a:avLst>
              <a:gd name="adj1" fmla="val 50335"/>
              <a:gd name="adj2" fmla="val 100124"/>
              <a:gd name="adj3" fmla="val 50247"/>
              <a:gd name="adj4" fmla="val 100056"/>
            </a:avLst>
          </a:prstGeom>
          <a:ln>
            <a:headEnd/>
            <a:tailEnd/>
          </a:ln>
        </p:spPr>
        <p:style>
          <a:lnRef idx="2">
            <a:schemeClr val="accent1"/>
          </a:lnRef>
          <a:fillRef idx="1">
            <a:schemeClr val="lt1"/>
          </a:fillRef>
          <a:effectRef idx="0">
            <a:schemeClr val="accent1"/>
          </a:effectRef>
          <a:fontRef idx="minor">
            <a:schemeClr val="dk1"/>
          </a:fontRef>
        </p:style>
        <p:txBody>
          <a:bodyPr wrap="square" lIns="72000" tIns="72000" rIns="72000" bIns="72000" rtlCol="0" anchor="ctr">
            <a:spAutoFit/>
          </a:bodyPr>
          <a:lstStyle/>
          <a:p>
            <a:pPr defTabSz="576000" eaLnBrk="0" hangingPunct="0">
              <a:lnSpc>
                <a:spcPct val="120000"/>
              </a:lnSpc>
            </a:pPr>
            <a:r>
              <a:rPr lang="de-DE" sz="1000" b="1" kern="0" dirty="0"/>
              <a:t>TE common work packages:</a:t>
            </a:r>
          </a:p>
          <a:p>
            <a:pPr marL="171450" indent="-171450" defTabSz="576000" eaLnBrk="0" hangingPunct="0">
              <a:lnSpc>
                <a:spcPct val="120000"/>
              </a:lnSpc>
              <a:buFont typeface="Wingdings" panose="05000000000000000000" pitchFamily="2" charset="2"/>
              <a:buChar char="q"/>
            </a:pPr>
            <a:r>
              <a:rPr lang="en-GB" sz="1000" kern="0" dirty="0">
                <a:solidFill>
                  <a:schemeClr val="bg1">
                    <a:lumMod val="85000"/>
                  </a:schemeClr>
                </a:solidFill>
              </a:rPr>
              <a:t>Test plan definition and test development</a:t>
            </a:r>
          </a:p>
          <a:p>
            <a:pPr defTabSz="576000" eaLnBrk="0" hangingPunct="0">
              <a:lnSpc>
                <a:spcPct val="120000"/>
              </a:lnSpc>
            </a:pPr>
            <a:endParaRPr lang="en-GB" sz="1000" kern="0" dirty="0"/>
          </a:p>
          <a:p>
            <a:pPr marL="171450" indent="-171450" defTabSz="576000" eaLnBrk="0" hangingPunct="0">
              <a:lnSpc>
                <a:spcPct val="120000"/>
              </a:lnSpc>
              <a:buFont typeface="Wingdings" panose="05000000000000000000" pitchFamily="2" charset="2"/>
              <a:buChar char="q"/>
            </a:pPr>
            <a:r>
              <a:rPr lang="en-GB" sz="1000" kern="0" dirty="0"/>
              <a:t>Production release and transfer to the production</a:t>
            </a:r>
          </a:p>
          <a:p>
            <a:pPr marL="171450" indent="-171450" defTabSz="576000" eaLnBrk="0" hangingPunct="0">
              <a:lnSpc>
                <a:spcPct val="120000"/>
              </a:lnSpc>
              <a:buFont typeface="Wingdings" panose="05000000000000000000" pitchFamily="2" charset="2"/>
              <a:buChar char="q"/>
            </a:pPr>
            <a:endParaRPr lang="en-GB" sz="1000" kern="0" dirty="0"/>
          </a:p>
          <a:p>
            <a:pPr marL="171450" indent="-171450" defTabSz="576000" eaLnBrk="0" hangingPunct="0">
              <a:lnSpc>
                <a:spcPct val="120000"/>
              </a:lnSpc>
              <a:buFont typeface="Wingdings" panose="05000000000000000000" pitchFamily="2" charset="2"/>
              <a:buChar char="q"/>
            </a:pPr>
            <a:r>
              <a:rPr lang="en-GB" sz="1000" kern="0" dirty="0"/>
              <a:t>Quality and reliability support</a:t>
            </a:r>
          </a:p>
          <a:p>
            <a:pPr marL="171450" indent="-171450" defTabSz="576000" eaLnBrk="0" hangingPunct="0">
              <a:lnSpc>
                <a:spcPct val="120000"/>
              </a:lnSpc>
              <a:buFont typeface="Wingdings" panose="05000000000000000000" pitchFamily="2" charset="2"/>
              <a:buChar char="q"/>
            </a:pPr>
            <a:endParaRPr lang="en-GB" sz="1000" kern="0" dirty="0"/>
          </a:p>
          <a:p>
            <a:pPr marL="171450" indent="-171450" defTabSz="576000" eaLnBrk="0" hangingPunct="0">
              <a:lnSpc>
                <a:spcPct val="120000"/>
              </a:lnSpc>
              <a:buFont typeface="Wingdings" panose="05000000000000000000" pitchFamily="2" charset="2"/>
              <a:buChar char="q"/>
            </a:pPr>
            <a:r>
              <a:rPr lang="en-GB" sz="1000" kern="0" dirty="0">
                <a:solidFill>
                  <a:schemeClr val="bg1">
                    <a:lumMod val="85000"/>
                  </a:schemeClr>
                </a:solidFill>
              </a:rPr>
              <a:t>Hardware interface development</a:t>
            </a:r>
          </a:p>
          <a:p>
            <a:pPr marL="171450" indent="-171450" defTabSz="576000" eaLnBrk="0" hangingPunct="0">
              <a:lnSpc>
                <a:spcPct val="120000"/>
              </a:lnSpc>
              <a:buFont typeface="Wingdings" panose="05000000000000000000" pitchFamily="2" charset="2"/>
              <a:buChar char="q"/>
            </a:pPr>
            <a:endParaRPr lang="en-GB" sz="1000" kern="0" dirty="0">
              <a:solidFill>
                <a:schemeClr val="bg1">
                  <a:lumMod val="85000"/>
                </a:schemeClr>
              </a:solidFill>
            </a:endParaRPr>
          </a:p>
          <a:p>
            <a:pPr marL="171450" indent="-171450" defTabSz="576000" eaLnBrk="0" hangingPunct="0">
              <a:lnSpc>
                <a:spcPct val="120000"/>
              </a:lnSpc>
              <a:buFont typeface="Wingdings" panose="05000000000000000000" pitchFamily="2" charset="2"/>
              <a:buChar char="q"/>
            </a:pPr>
            <a:r>
              <a:rPr lang="en-GB" sz="1000" kern="0" dirty="0">
                <a:solidFill>
                  <a:schemeClr val="bg1">
                    <a:lumMod val="85000"/>
                  </a:schemeClr>
                </a:solidFill>
              </a:rPr>
              <a:t>Characterization and correlation</a:t>
            </a:r>
          </a:p>
          <a:p>
            <a:pPr marL="171450" indent="-171450" defTabSz="576000" eaLnBrk="0" hangingPunct="0">
              <a:lnSpc>
                <a:spcPct val="120000"/>
              </a:lnSpc>
              <a:buFont typeface="Wingdings" panose="05000000000000000000" pitchFamily="2" charset="2"/>
              <a:buChar char="q"/>
            </a:pPr>
            <a:endParaRPr lang="en-GB" sz="1000" kern="0" dirty="0">
              <a:solidFill>
                <a:schemeClr val="bg1">
                  <a:lumMod val="85000"/>
                </a:schemeClr>
              </a:solidFill>
            </a:endParaRPr>
          </a:p>
          <a:p>
            <a:pPr marL="171450" indent="-171450" defTabSz="576000" eaLnBrk="0" hangingPunct="0">
              <a:lnSpc>
                <a:spcPct val="120000"/>
              </a:lnSpc>
              <a:buFont typeface="Wingdings" panose="05000000000000000000" pitchFamily="2" charset="2"/>
              <a:buChar char="q"/>
            </a:pPr>
            <a:r>
              <a:rPr lang="en-GB" sz="1000" kern="0" dirty="0">
                <a:solidFill>
                  <a:schemeClr val="tx1"/>
                </a:solidFill>
              </a:rPr>
              <a:t>Debug and failure analysis support</a:t>
            </a:r>
          </a:p>
          <a:p>
            <a:pPr marL="171450" indent="-171450" defTabSz="576000" eaLnBrk="0" hangingPunct="0">
              <a:lnSpc>
                <a:spcPct val="120000"/>
              </a:lnSpc>
              <a:buFont typeface="Wingdings" panose="05000000000000000000" pitchFamily="2" charset="2"/>
              <a:buChar char="q"/>
            </a:pPr>
            <a:endParaRPr lang="en-GB" sz="1000" kern="0" dirty="0">
              <a:solidFill>
                <a:schemeClr val="bg1">
                  <a:lumMod val="85000"/>
                </a:schemeClr>
              </a:solidFill>
            </a:endParaRPr>
          </a:p>
          <a:p>
            <a:pPr marL="171450" indent="-171450" defTabSz="576000" eaLnBrk="0" hangingPunct="0">
              <a:lnSpc>
                <a:spcPct val="120000"/>
              </a:lnSpc>
              <a:buFont typeface="Wingdings" panose="05000000000000000000" pitchFamily="2" charset="2"/>
              <a:buChar char="q"/>
            </a:pPr>
            <a:r>
              <a:rPr lang="en-GB" sz="1000" kern="0" dirty="0">
                <a:solidFill>
                  <a:schemeClr val="bg1">
                    <a:lumMod val="85000"/>
                  </a:schemeClr>
                </a:solidFill>
              </a:rPr>
              <a:t>Test time optimization</a:t>
            </a:r>
          </a:p>
          <a:p>
            <a:pPr marL="171450" indent="-171450" defTabSz="576000" eaLnBrk="0" hangingPunct="0">
              <a:lnSpc>
                <a:spcPct val="120000"/>
              </a:lnSpc>
              <a:buFont typeface="Wingdings" panose="05000000000000000000" pitchFamily="2" charset="2"/>
              <a:buChar char="q"/>
            </a:pPr>
            <a:endParaRPr lang="en-GB" sz="1000" kern="0" dirty="0">
              <a:solidFill>
                <a:schemeClr val="bg1">
                  <a:lumMod val="85000"/>
                </a:schemeClr>
              </a:solidFill>
            </a:endParaRPr>
          </a:p>
          <a:p>
            <a:pPr marL="171450" indent="-171450" defTabSz="576000" eaLnBrk="0" hangingPunct="0">
              <a:lnSpc>
                <a:spcPct val="120000"/>
              </a:lnSpc>
              <a:buFont typeface="Wingdings" panose="05000000000000000000" pitchFamily="2" charset="2"/>
              <a:buChar char="q"/>
            </a:pPr>
            <a:r>
              <a:rPr lang="en-GB" sz="1000" kern="0" dirty="0">
                <a:solidFill>
                  <a:schemeClr val="tx1"/>
                </a:solidFill>
              </a:rPr>
              <a:t>Yield analysis and yield optimization</a:t>
            </a:r>
          </a:p>
          <a:p>
            <a:pPr marL="171450" indent="-171450" defTabSz="576000" eaLnBrk="0" hangingPunct="0">
              <a:lnSpc>
                <a:spcPct val="120000"/>
              </a:lnSpc>
              <a:buFont typeface="Wingdings" panose="05000000000000000000" pitchFamily="2" charset="2"/>
              <a:buChar char="q"/>
            </a:pPr>
            <a:endParaRPr lang="en-GB" sz="1000" kern="0" dirty="0">
              <a:solidFill>
                <a:schemeClr val="bg1">
                  <a:lumMod val="85000"/>
                </a:schemeClr>
              </a:solidFill>
            </a:endParaRPr>
          </a:p>
          <a:p>
            <a:pPr marL="171450" indent="-171450" defTabSz="576000" eaLnBrk="0" hangingPunct="0">
              <a:lnSpc>
                <a:spcPct val="120000"/>
              </a:lnSpc>
              <a:buFont typeface="Wingdings" panose="05000000000000000000" pitchFamily="2" charset="2"/>
              <a:buChar char="q"/>
            </a:pPr>
            <a:r>
              <a:rPr lang="en-GB" sz="1000" kern="0" dirty="0">
                <a:solidFill>
                  <a:schemeClr val="bg1">
                    <a:lumMod val="85000"/>
                  </a:schemeClr>
                </a:solidFill>
              </a:rPr>
              <a:t>Limit setting and guard-banding</a:t>
            </a:r>
          </a:p>
          <a:p>
            <a:pPr defTabSz="576000" eaLnBrk="0" hangingPunct="0">
              <a:lnSpc>
                <a:spcPct val="120000"/>
              </a:lnSpc>
            </a:pPr>
            <a:endParaRPr lang="en-GB" sz="1000" kern="0" dirty="0">
              <a:solidFill>
                <a:schemeClr val="bg1">
                  <a:lumMod val="85000"/>
                </a:schemeClr>
              </a:solidFill>
            </a:endParaRPr>
          </a:p>
          <a:p>
            <a:pPr marL="171450" indent="-171450" defTabSz="576000" eaLnBrk="0" hangingPunct="0">
              <a:lnSpc>
                <a:spcPct val="120000"/>
              </a:lnSpc>
              <a:buFont typeface="Wingdings" panose="05000000000000000000" pitchFamily="2" charset="2"/>
              <a:buChar char="q"/>
            </a:pPr>
            <a:r>
              <a:rPr lang="en-GB" sz="1000" kern="0" dirty="0">
                <a:solidFill>
                  <a:schemeClr val="bg1">
                    <a:lumMod val="85000"/>
                  </a:schemeClr>
                </a:solidFill>
              </a:rPr>
              <a:t>Documentation and change control</a:t>
            </a:r>
          </a:p>
          <a:p>
            <a:pPr marL="171450" indent="-171450" defTabSz="576000" eaLnBrk="0" hangingPunct="0">
              <a:lnSpc>
                <a:spcPct val="120000"/>
              </a:lnSpc>
              <a:buFont typeface="Wingdings" panose="05000000000000000000" pitchFamily="2" charset="2"/>
              <a:buChar char="q"/>
            </a:pPr>
            <a:endParaRPr lang="en-GB" sz="1000" kern="0" dirty="0">
              <a:solidFill>
                <a:schemeClr val="bg1">
                  <a:lumMod val="85000"/>
                </a:schemeClr>
              </a:solidFill>
            </a:endParaRPr>
          </a:p>
          <a:p>
            <a:pPr marL="171450" indent="-171450" defTabSz="576000" eaLnBrk="0" hangingPunct="0">
              <a:lnSpc>
                <a:spcPct val="120000"/>
              </a:lnSpc>
              <a:buFont typeface="Wingdings" panose="05000000000000000000" pitchFamily="2" charset="2"/>
              <a:buChar char="q"/>
            </a:pPr>
            <a:r>
              <a:rPr lang="en-GB" sz="1000" kern="0" dirty="0">
                <a:solidFill>
                  <a:schemeClr val="bg1">
                    <a:lumMod val="85000"/>
                  </a:schemeClr>
                </a:solidFill>
              </a:rPr>
              <a:t>Cross-functional support with other stakeholders to close test-related issues</a:t>
            </a:r>
          </a:p>
          <a:p>
            <a:pPr marL="171450" indent="-171450" defTabSz="576000" eaLnBrk="0" hangingPunct="0">
              <a:lnSpc>
                <a:spcPct val="120000"/>
              </a:lnSpc>
              <a:buFont typeface="Wingdings" panose="05000000000000000000" pitchFamily="2" charset="2"/>
              <a:buChar char="q"/>
            </a:pPr>
            <a:endParaRPr lang="en-GB" sz="1000" kern="0" dirty="0">
              <a:solidFill>
                <a:schemeClr val="tx1"/>
              </a:solidFill>
            </a:endParaRPr>
          </a:p>
          <a:p>
            <a:pPr marL="171450" indent="-171450" defTabSz="576000" eaLnBrk="0" hangingPunct="0">
              <a:lnSpc>
                <a:spcPct val="120000"/>
              </a:lnSpc>
              <a:buFont typeface="Wingdings" panose="05000000000000000000" pitchFamily="2" charset="2"/>
              <a:buChar char="q"/>
            </a:pPr>
            <a:r>
              <a:rPr lang="en-GB" sz="1000" kern="0" dirty="0">
                <a:solidFill>
                  <a:schemeClr val="tx1"/>
                </a:solidFill>
              </a:rPr>
              <a:t>…</a:t>
            </a:r>
          </a:p>
        </p:txBody>
      </p:sp>
    </p:spTree>
    <p:extLst>
      <p:ext uri="{BB962C8B-B14F-4D97-AF65-F5344CB8AC3E}">
        <p14:creationId xmlns:p14="http://schemas.microsoft.com/office/powerpoint/2010/main" val="2878481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E09455E-4A1F-4D85-B403-CD58A311B08B}"/>
              </a:ext>
            </a:extLst>
          </p:cNvPr>
          <p:cNvPicPr>
            <a:picLocks noChangeAspect="1"/>
          </p:cNvPicPr>
          <p:nvPr/>
        </p:nvPicPr>
        <p:blipFill>
          <a:blip r:embed="rId2"/>
          <a:stretch>
            <a:fillRect/>
          </a:stretch>
        </p:blipFill>
        <p:spPr>
          <a:xfrm>
            <a:off x="7608167" y="3397412"/>
            <a:ext cx="4248473" cy="1735019"/>
          </a:xfrm>
          <a:prstGeom prst="rect">
            <a:avLst/>
          </a:prstGeom>
        </p:spPr>
      </p:pic>
      <p:sp>
        <p:nvSpPr>
          <p:cNvPr id="3" name="Title 2">
            <a:extLst>
              <a:ext uri="{FF2B5EF4-FFF2-40B4-BE49-F238E27FC236}">
                <a16:creationId xmlns:a16="http://schemas.microsoft.com/office/drawing/2014/main" id="{153AF0C9-9303-4693-B70D-F074E2523C63}"/>
              </a:ext>
            </a:extLst>
          </p:cNvPr>
          <p:cNvSpPr>
            <a:spLocks noGrp="1"/>
          </p:cNvSpPr>
          <p:nvPr>
            <p:ph type="title"/>
          </p:nvPr>
        </p:nvSpPr>
        <p:spPr/>
        <p:txBody>
          <a:bodyPr/>
          <a:lstStyle/>
          <a:p>
            <a:r>
              <a:rPr lang="de-DE" dirty="0"/>
              <a:t>Automated solution</a:t>
            </a:r>
            <a:endParaRPr lang="en-US" dirty="0"/>
          </a:p>
        </p:txBody>
      </p:sp>
      <p:sp>
        <p:nvSpPr>
          <p:cNvPr id="8" name="TextBox 7">
            <a:extLst>
              <a:ext uri="{FF2B5EF4-FFF2-40B4-BE49-F238E27FC236}">
                <a16:creationId xmlns:a16="http://schemas.microsoft.com/office/drawing/2014/main" id="{8DCC195E-E83A-4F69-B31D-F857ED767B41}"/>
              </a:ext>
            </a:extLst>
          </p:cNvPr>
          <p:cNvSpPr txBox="1"/>
          <p:nvPr/>
        </p:nvSpPr>
        <p:spPr bwMode="auto">
          <a:xfrm>
            <a:off x="335359" y="1275297"/>
            <a:ext cx="6192677" cy="3472361"/>
          </a:xfrm>
          <a:prstGeom prst="rect">
            <a:avLst/>
          </a:prstGeom>
          <a:ln w="12700">
            <a:headEnd/>
            <a:tailEnd/>
          </a:ln>
        </p:spPr>
        <p:style>
          <a:lnRef idx="2">
            <a:schemeClr val="accent1"/>
          </a:lnRef>
          <a:fillRef idx="1">
            <a:schemeClr val="lt1"/>
          </a:fillRef>
          <a:effectRef idx="0">
            <a:schemeClr val="accent1"/>
          </a:effectRef>
          <a:fontRef idx="minor">
            <a:schemeClr val="dk1"/>
          </a:fontRef>
        </p:style>
        <p:txBody>
          <a:bodyPr wrap="square" lIns="0" tIns="0" rIns="0" bIns="0" rtlCol="0" anchor="t" anchorCtr="0">
            <a:spAutoFit/>
          </a:bodyPr>
          <a:lstStyle/>
          <a:p>
            <a:pPr marL="252000" indent="-252000" defTabSz="576000" eaLnBrk="0" fontAlgn="auto" hangingPunct="0">
              <a:lnSpc>
                <a:spcPct val="120000"/>
              </a:lnSpc>
              <a:spcBef>
                <a:spcPts val="0"/>
              </a:spcBef>
              <a:spcAft>
                <a:spcPts val="0"/>
              </a:spcAft>
              <a:buClr>
                <a:schemeClr val="tx2"/>
              </a:buClr>
              <a:buFont typeface="+mj-lt"/>
              <a:buAutoNum type="arabicPeriod"/>
            </a:pPr>
            <a:r>
              <a:rPr lang="de-DE" sz="1050" dirty="0"/>
              <a:t>Download the zipped packaged TDR (test data reviewer) folder in </a:t>
            </a:r>
            <a:r>
              <a:rPr lang="en-GB" sz="1050" dirty="0">
                <a:hlinkClick r:id="rId3"/>
              </a:rPr>
              <a:t>Gitlab Test Data Reviewer Latest</a:t>
            </a:r>
            <a:r>
              <a:rPr lang="de-DE" sz="1050" dirty="0"/>
              <a:t> </a:t>
            </a:r>
            <a:endParaRPr lang="de-DE" sz="1050" i="1" dirty="0">
              <a:highlight>
                <a:srgbClr val="FFFF00"/>
              </a:highlight>
            </a:endParaRPr>
          </a:p>
          <a:p>
            <a:pPr marL="252000" indent="-252000" defTabSz="576000" eaLnBrk="0" fontAlgn="auto" hangingPunct="0">
              <a:lnSpc>
                <a:spcPct val="120000"/>
              </a:lnSpc>
              <a:spcBef>
                <a:spcPts val="0"/>
              </a:spcBef>
              <a:spcAft>
                <a:spcPts val="0"/>
              </a:spcAft>
              <a:buClr>
                <a:schemeClr val="tx2"/>
              </a:buClr>
              <a:buFont typeface="+mj-lt"/>
              <a:buAutoNum type="arabicPeriod"/>
            </a:pPr>
            <a:endParaRPr lang="de-DE" sz="1050" dirty="0"/>
          </a:p>
          <a:p>
            <a:pPr marL="252000" indent="-252000" defTabSz="576000" eaLnBrk="0" fontAlgn="auto" hangingPunct="0">
              <a:lnSpc>
                <a:spcPct val="120000"/>
              </a:lnSpc>
              <a:spcBef>
                <a:spcPts val="0"/>
              </a:spcBef>
              <a:spcAft>
                <a:spcPts val="0"/>
              </a:spcAft>
              <a:buClr>
                <a:schemeClr val="tx2"/>
              </a:buClr>
              <a:buFont typeface="+mj-lt"/>
              <a:buAutoNum type="arabicPeriod"/>
            </a:pPr>
            <a:r>
              <a:rPr lang="de-DE" sz="1050" dirty="0"/>
              <a:t>After unzipping the TDR folder, it will look like as in the screenshot</a:t>
            </a:r>
          </a:p>
          <a:p>
            <a:pPr marL="252000" indent="-252000" defTabSz="576000" eaLnBrk="0" fontAlgn="auto" hangingPunct="0">
              <a:lnSpc>
                <a:spcPct val="120000"/>
              </a:lnSpc>
              <a:spcBef>
                <a:spcPts val="0"/>
              </a:spcBef>
              <a:spcAft>
                <a:spcPts val="0"/>
              </a:spcAft>
              <a:buClr>
                <a:schemeClr val="tx2"/>
              </a:buClr>
              <a:buFont typeface="+mj-lt"/>
              <a:buAutoNum type="arabicPeriod"/>
            </a:pPr>
            <a:endParaRPr lang="de-DE" sz="1050" dirty="0"/>
          </a:p>
          <a:p>
            <a:pPr marL="252000" indent="-252000" defTabSz="576000" eaLnBrk="0" fontAlgn="auto" hangingPunct="0">
              <a:lnSpc>
                <a:spcPct val="120000"/>
              </a:lnSpc>
              <a:spcBef>
                <a:spcPts val="0"/>
              </a:spcBef>
              <a:spcAft>
                <a:spcPts val="0"/>
              </a:spcAft>
              <a:buClr>
                <a:schemeClr val="tx2"/>
              </a:buClr>
              <a:buFont typeface="+mj-lt"/>
              <a:buAutoNum type="arabicPeriod"/>
            </a:pPr>
            <a:r>
              <a:rPr lang="de-DE" sz="1050" dirty="0"/>
              <a:t>Edit the YAML-config file available in the </a:t>
            </a:r>
            <a:r>
              <a:rPr lang="de-DE" sz="1050" b="1" dirty="0"/>
              <a:t>configs</a:t>
            </a:r>
            <a:r>
              <a:rPr lang="de-DE" sz="1050" dirty="0"/>
              <a:t>-folder with the following informations:</a:t>
            </a:r>
          </a:p>
          <a:p>
            <a:pPr marL="861585" lvl="1" indent="-252000" defTabSz="576000" eaLnBrk="0" fontAlgn="auto" hangingPunct="0">
              <a:lnSpc>
                <a:spcPct val="120000"/>
              </a:lnSpc>
              <a:spcBef>
                <a:spcPts val="0"/>
              </a:spcBef>
              <a:spcAft>
                <a:spcPts val="0"/>
              </a:spcAft>
              <a:buClr>
                <a:schemeClr val="tx2"/>
              </a:buClr>
              <a:buFont typeface="+mj-lt"/>
              <a:buAutoNum type="alphaLcPeriod"/>
            </a:pPr>
            <a:r>
              <a:rPr lang="de-DE" sz="1050" dirty="0">
                <a:solidFill>
                  <a:srgbClr val="0070C0"/>
                </a:solidFill>
              </a:rPr>
              <a:t>input_folder </a:t>
            </a:r>
            <a:r>
              <a:rPr lang="de-DE" sz="1050" dirty="0">
                <a:sym typeface="Wingdings" panose="05000000000000000000" pitchFamily="2" charset="2"/>
              </a:rPr>
              <a:t> where to locate the test raw data (all </a:t>
            </a:r>
            <a:r>
              <a:rPr lang="de-DE" sz="1050" b="1" dirty="0">
                <a:sym typeface="Wingdings" panose="05000000000000000000" pitchFamily="2" charset="2"/>
              </a:rPr>
              <a:t>.std, .eff, .std.tar-gz or .csv</a:t>
            </a:r>
            <a:r>
              <a:rPr lang="de-DE" sz="1050" dirty="0">
                <a:sym typeface="Wingdings" panose="05000000000000000000" pitchFamily="2" charset="2"/>
              </a:rPr>
              <a:t> extracted data will be processed </a:t>
            </a:r>
            <a:r>
              <a:rPr lang="de-DE" sz="1050" b="1" dirty="0">
                <a:sym typeface="Wingdings" panose="05000000000000000000" pitchFamily="2" charset="2"/>
              </a:rPr>
              <a:t>individually</a:t>
            </a:r>
            <a:r>
              <a:rPr lang="de-DE" sz="1050" dirty="0">
                <a:sym typeface="Wingdings" panose="05000000000000000000" pitchFamily="2" charset="2"/>
              </a:rPr>
              <a:t>) </a:t>
            </a:r>
          </a:p>
          <a:p>
            <a:pPr marL="861585" lvl="1" indent="-252000" defTabSz="576000" eaLnBrk="0" fontAlgn="auto" hangingPunct="0">
              <a:lnSpc>
                <a:spcPct val="120000"/>
              </a:lnSpc>
              <a:spcBef>
                <a:spcPts val="0"/>
              </a:spcBef>
              <a:spcAft>
                <a:spcPts val="0"/>
              </a:spcAft>
              <a:buClr>
                <a:schemeClr val="tx2"/>
              </a:buClr>
              <a:buFont typeface="+mj-lt"/>
              <a:buAutoNum type="alphaLcPeriod"/>
            </a:pPr>
            <a:r>
              <a:rPr lang="de-DE" sz="1050" dirty="0">
                <a:solidFill>
                  <a:srgbClr val="0070C0"/>
                </a:solidFill>
                <a:sym typeface="Wingdings" panose="05000000000000000000" pitchFamily="2" charset="2"/>
              </a:rPr>
              <a:t>modules</a:t>
            </a:r>
            <a:r>
              <a:rPr lang="de-DE" sz="1050" dirty="0">
                <a:sym typeface="Wingdings" panose="05000000000000000000" pitchFamily="2" charset="2"/>
              </a:rPr>
              <a:t> </a:t>
            </a:r>
            <a:r>
              <a:rPr lang="de-DE" sz="1050" dirty="0"/>
              <a:t> which modules to be considered for the review</a:t>
            </a:r>
          </a:p>
          <a:p>
            <a:pPr marL="861585" lvl="1" indent="-252000" defTabSz="576000" eaLnBrk="0" fontAlgn="auto" hangingPunct="0">
              <a:lnSpc>
                <a:spcPct val="120000"/>
              </a:lnSpc>
              <a:spcBef>
                <a:spcPts val="0"/>
              </a:spcBef>
              <a:spcAft>
                <a:spcPts val="0"/>
              </a:spcAft>
              <a:buClr>
                <a:schemeClr val="tx2"/>
              </a:buClr>
              <a:buFont typeface="+mj-lt"/>
              <a:buAutoNum type="alphaLcPeriod"/>
            </a:pPr>
            <a:r>
              <a:rPr lang="de-DE" sz="1050" dirty="0">
                <a:sym typeface="Wingdings" panose="05000000000000000000" pitchFamily="2" charset="2"/>
              </a:rPr>
              <a:t>The review report and artifacts will be generated in </a:t>
            </a:r>
            <a:r>
              <a:rPr lang="de-DE" sz="1050" dirty="0">
                <a:solidFill>
                  <a:srgbClr val="0070C0"/>
                </a:solidFill>
              </a:rPr>
              <a:t>input_folder\Outputs</a:t>
            </a:r>
            <a:endParaRPr lang="de-DE" sz="1050" dirty="0"/>
          </a:p>
          <a:p>
            <a:pPr marL="861585" lvl="1" indent="-252000" defTabSz="576000" eaLnBrk="0" fontAlgn="auto" hangingPunct="0">
              <a:lnSpc>
                <a:spcPct val="120000"/>
              </a:lnSpc>
              <a:spcBef>
                <a:spcPts val="0"/>
              </a:spcBef>
              <a:spcAft>
                <a:spcPts val="0"/>
              </a:spcAft>
              <a:buClr>
                <a:schemeClr val="tx2"/>
              </a:buClr>
              <a:buFont typeface="+mj-lt"/>
              <a:buAutoNum type="alphaLcPeriod"/>
            </a:pPr>
            <a:r>
              <a:rPr lang="de-DE" sz="1050" dirty="0"/>
              <a:t>Remaining input parameters can be modified but it‘s not recommended</a:t>
            </a:r>
          </a:p>
          <a:p>
            <a:pPr marL="252000" indent="-252000" defTabSz="576000" eaLnBrk="0" fontAlgn="auto" hangingPunct="0">
              <a:lnSpc>
                <a:spcPct val="120000"/>
              </a:lnSpc>
              <a:spcBef>
                <a:spcPts val="0"/>
              </a:spcBef>
              <a:spcAft>
                <a:spcPts val="0"/>
              </a:spcAft>
              <a:buClr>
                <a:schemeClr val="tx2"/>
              </a:buClr>
              <a:buFont typeface="+mj-lt"/>
              <a:buAutoNum type="arabicPeriod"/>
            </a:pPr>
            <a:endParaRPr lang="de-DE" sz="1050" dirty="0"/>
          </a:p>
          <a:p>
            <a:pPr marL="252000" indent="-252000" defTabSz="576000" eaLnBrk="0" fontAlgn="auto" hangingPunct="0">
              <a:lnSpc>
                <a:spcPct val="120000"/>
              </a:lnSpc>
              <a:spcBef>
                <a:spcPts val="0"/>
              </a:spcBef>
              <a:spcAft>
                <a:spcPts val="0"/>
              </a:spcAft>
              <a:buClr>
                <a:schemeClr val="tx2"/>
              </a:buClr>
              <a:buFont typeface="+mj-lt"/>
              <a:buAutoNum type="arabicPeriod"/>
            </a:pPr>
            <a:r>
              <a:rPr lang="de-DE" sz="1050" dirty="0"/>
              <a:t>Open a Powershell-terminal in the TDR folder and run the command below </a:t>
            </a:r>
            <a:r>
              <a:rPr lang="en-GB" sz="1050" dirty="0"/>
              <a:t>as documented in the readme and markdown text files</a:t>
            </a:r>
          </a:p>
          <a:p>
            <a:pPr lvl="1" defTabSz="576000" eaLnBrk="0" fontAlgn="auto" hangingPunct="0">
              <a:lnSpc>
                <a:spcPct val="120000"/>
              </a:lnSpc>
              <a:spcBef>
                <a:spcPts val="0"/>
              </a:spcBef>
              <a:spcAft>
                <a:spcPts val="0"/>
              </a:spcAft>
              <a:buClr>
                <a:schemeClr val="tx2"/>
              </a:buClr>
            </a:pPr>
            <a:r>
              <a:rPr lang="en-GB" sz="1050" b="1" dirty="0"/>
              <a:t>.\TestDataReviewer.exe --config .\configs\</a:t>
            </a:r>
            <a:r>
              <a:rPr lang="en-GB" sz="1050" b="1" dirty="0" err="1"/>
              <a:t>config.yaml</a:t>
            </a:r>
            <a:endParaRPr lang="en-GB" sz="1050" b="1" dirty="0"/>
          </a:p>
          <a:p>
            <a:pPr defTabSz="576000" eaLnBrk="0" fontAlgn="auto" hangingPunct="0">
              <a:lnSpc>
                <a:spcPct val="120000"/>
              </a:lnSpc>
              <a:spcBef>
                <a:spcPts val="0"/>
              </a:spcBef>
              <a:spcAft>
                <a:spcPts val="0"/>
              </a:spcAft>
              <a:buClr>
                <a:schemeClr val="tx2"/>
              </a:buClr>
            </a:pPr>
            <a:endParaRPr lang="en-GB" sz="1050" dirty="0"/>
          </a:p>
          <a:p>
            <a:pPr marL="252000" indent="-252000" defTabSz="576000" eaLnBrk="0" fontAlgn="auto" hangingPunct="0">
              <a:lnSpc>
                <a:spcPct val="120000"/>
              </a:lnSpc>
              <a:spcBef>
                <a:spcPts val="0"/>
              </a:spcBef>
              <a:spcAft>
                <a:spcPts val="0"/>
              </a:spcAft>
              <a:buClr>
                <a:schemeClr val="tx2"/>
              </a:buClr>
              <a:buFont typeface="+mj-lt"/>
              <a:buAutoNum type="arabicPeriod" startAt="5"/>
            </a:pPr>
            <a:r>
              <a:rPr lang="de-DE" sz="1050" dirty="0"/>
              <a:t>After the script run completion, you can open the generated review report and start reviewing the tests of your defined modules, which are detected based on </a:t>
            </a:r>
            <a:r>
              <a:rPr lang="de-DE" sz="1050" b="1" dirty="0"/>
              <a:t>7 key metrics</a:t>
            </a:r>
            <a:r>
              <a:rPr lang="de-DE" sz="1050" dirty="0"/>
              <a:t> as explained in the next slides</a:t>
            </a:r>
            <a:endParaRPr lang="en-US" sz="1050" kern="0" baseline="0" dirty="0">
              <a:latin typeface="+mn-lt"/>
              <a:ea typeface="+mn-ea"/>
              <a:cs typeface="+mn-cs"/>
            </a:endParaRPr>
          </a:p>
        </p:txBody>
      </p:sp>
      <p:pic>
        <p:nvPicPr>
          <p:cNvPr id="11" name="Picture 10">
            <a:extLst>
              <a:ext uri="{FF2B5EF4-FFF2-40B4-BE49-F238E27FC236}">
                <a16:creationId xmlns:a16="http://schemas.microsoft.com/office/drawing/2014/main" id="{01B85038-911B-46C8-8B6E-5E6E372CC268}"/>
              </a:ext>
            </a:extLst>
          </p:cNvPr>
          <p:cNvPicPr>
            <a:picLocks noChangeAspect="1"/>
          </p:cNvPicPr>
          <p:nvPr/>
        </p:nvPicPr>
        <p:blipFill>
          <a:blip r:embed="rId4"/>
          <a:stretch>
            <a:fillRect/>
          </a:stretch>
        </p:blipFill>
        <p:spPr>
          <a:xfrm>
            <a:off x="7604277" y="1268413"/>
            <a:ext cx="4252761" cy="1584523"/>
          </a:xfrm>
          <a:prstGeom prst="rect">
            <a:avLst/>
          </a:prstGeom>
        </p:spPr>
      </p:pic>
      <p:cxnSp>
        <p:nvCxnSpPr>
          <p:cNvPr id="17" name="Straight Arrow Connector 16">
            <a:extLst>
              <a:ext uri="{FF2B5EF4-FFF2-40B4-BE49-F238E27FC236}">
                <a16:creationId xmlns:a16="http://schemas.microsoft.com/office/drawing/2014/main" id="{A85A00B2-93EA-411C-846A-E3388B3D3D07}"/>
              </a:ext>
            </a:extLst>
          </p:cNvPr>
          <p:cNvCxnSpPr>
            <a:cxnSpLocks/>
          </p:cNvCxnSpPr>
          <p:nvPr/>
        </p:nvCxnSpPr>
        <p:spPr>
          <a:xfrm>
            <a:off x="8976320" y="1988840"/>
            <a:ext cx="0" cy="1368152"/>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cxnSp>
        <p:nvCxnSpPr>
          <p:cNvPr id="25" name="Connector: Elbow 24">
            <a:extLst>
              <a:ext uri="{FF2B5EF4-FFF2-40B4-BE49-F238E27FC236}">
                <a16:creationId xmlns:a16="http://schemas.microsoft.com/office/drawing/2014/main" id="{2DF6A347-D18A-4417-89A9-6D29CD25162D}"/>
              </a:ext>
            </a:extLst>
          </p:cNvPr>
          <p:cNvCxnSpPr>
            <a:cxnSpLocks/>
            <a:stCxn id="2" idx="2"/>
          </p:cNvCxnSpPr>
          <p:nvPr/>
        </p:nvCxnSpPr>
        <p:spPr>
          <a:xfrm rot="5400000">
            <a:off x="8192858" y="4126179"/>
            <a:ext cx="533294" cy="2545798"/>
          </a:xfrm>
          <a:prstGeom prst="bentConnector2">
            <a:avLst/>
          </a:prstGeom>
          <a:ln>
            <a:tailEnd type="triangle"/>
          </a:ln>
        </p:spPr>
        <p:style>
          <a:lnRef idx="1">
            <a:schemeClr val="accent4"/>
          </a:lnRef>
          <a:fillRef idx="0">
            <a:schemeClr val="accent4"/>
          </a:fillRef>
          <a:effectRef idx="0">
            <a:schemeClr val="accent4"/>
          </a:effectRef>
          <a:fontRef idx="minor">
            <a:schemeClr val="tx1"/>
          </a:fontRef>
        </p:style>
      </p:cxnSp>
      <p:pic>
        <p:nvPicPr>
          <p:cNvPr id="1026" name="Picture 2" descr="Script - Free seo and web icons">
            <a:extLst>
              <a:ext uri="{FF2B5EF4-FFF2-40B4-BE49-F238E27FC236}">
                <a16:creationId xmlns:a16="http://schemas.microsoft.com/office/drawing/2014/main" id="{48316E81-F338-4C22-B4DA-E84601CBC0C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038725" y="5661249"/>
            <a:ext cx="730972" cy="730972"/>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27">
            <a:extLst>
              <a:ext uri="{FF2B5EF4-FFF2-40B4-BE49-F238E27FC236}">
                <a16:creationId xmlns:a16="http://schemas.microsoft.com/office/drawing/2014/main" id="{7732CA99-87AC-40DF-BD94-138033490658}"/>
              </a:ext>
            </a:extLst>
          </p:cNvPr>
          <p:cNvPicPr>
            <a:picLocks noChangeAspect="1"/>
          </p:cNvPicPr>
          <p:nvPr/>
        </p:nvPicPr>
        <p:blipFill>
          <a:blip r:embed="rId6"/>
          <a:stretch>
            <a:fillRect/>
          </a:stretch>
        </p:blipFill>
        <p:spPr>
          <a:xfrm>
            <a:off x="2279576" y="4869160"/>
            <a:ext cx="4852874" cy="1520133"/>
          </a:xfrm>
          <a:prstGeom prst="rect">
            <a:avLst/>
          </a:prstGeom>
        </p:spPr>
      </p:pic>
      <p:cxnSp>
        <p:nvCxnSpPr>
          <p:cNvPr id="4" name="Straight Arrow Connector 3">
            <a:extLst>
              <a:ext uri="{FF2B5EF4-FFF2-40B4-BE49-F238E27FC236}">
                <a16:creationId xmlns:a16="http://schemas.microsoft.com/office/drawing/2014/main" id="{6D72C2B8-ACC5-4B35-96F9-52110C602480}"/>
              </a:ext>
            </a:extLst>
          </p:cNvPr>
          <p:cNvCxnSpPr>
            <a:cxnSpLocks/>
          </p:cNvCxnSpPr>
          <p:nvPr/>
        </p:nvCxnSpPr>
        <p:spPr>
          <a:xfrm>
            <a:off x="6528036" y="1412776"/>
            <a:ext cx="1224148" cy="216024"/>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spTree>
    <p:extLst>
      <p:ext uri="{BB962C8B-B14F-4D97-AF65-F5344CB8AC3E}">
        <p14:creationId xmlns:p14="http://schemas.microsoft.com/office/powerpoint/2010/main" val="23889694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53AF0C9-9303-4693-B70D-F074E2523C63}"/>
              </a:ext>
            </a:extLst>
          </p:cNvPr>
          <p:cNvSpPr>
            <a:spLocks noGrp="1"/>
          </p:cNvSpPr>
          <p:nvPr>
            <p:ph type="title"/>
          </p:nvPr>
        </p:nvSpPr>
        <p:spPr>
          <a:xfrm>
            <a:off x="335360" y="188720"/>
            <a:ext cx="9613068" cy="720000"/>
          </a:xfrm>
        </p:spPr>
        <p:txBody>
          <a:bodyPr/>
          <a:lstStyle/>
          <a:p>
            <a:r>
              <a:rPr lang="de-DE" dirty="0"/>
              <a:t>Key metrics</a:t>
            </a:r>
            <a:endParaRPr lang="en-US" dirty="0"/>
          </a:p>
        </p:txBody>
      </p:sp>
      <p:graphicFrame>
        <p:nvGraphicFramePr>
          <p:cNvPr id="12" name="Diagram 11">
            <a:extLst>
              <a:ext uri="{FF2B5EF4-FFF2-40B4-BE49-F238E27FC236}">
                <a16:creationId xmlns:a16="http://schemas.microsoft.com/office/drawing/2014/main" id="{8B4FDBDE-C30D-426A-B659-7BCA734DD504}"/>
              </a:ext>
            </a:extLst>
          </p:cNvPr>
          <p:cNvGraphicFramePr/>
          <p:nvPr>
            <p:extLst>
              <p:ext uri="{D42A27DB-BD31-4B8C-83A1-F6EECF244321}">
                <p14:modId xmlns:p14="http://schemas.microsoft.com/office/powerpoint/2010/main" val="805508671"/>
              </p:ext>
            </p:extLst>
          </p:nvPr>
        </p:nvGraphicFramePr>
        <p:xfrm>
          <a:off x="335360" y="1255869"/>
          <a:ext cx="7776864" cy="512588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342891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 name="Picture 45">
            <a:extLst>
              <a:ext uri="{FF2B5EF4-FFF2-40B4-BE49-F238E27FC236}">
                <a16:creationId xmlns:a16="http://schemas.microsoft.com/office/drawing/2014/main" id="{5EB4900B-1BD1-4B00-8475-B3024381FF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9506" y="4048957"/>
            <a:ext cx="4082388" cy="2332793"/>
          </a:xfrm>
          <a:prstGeom prst="rect">
            <a:avLst/>
          </a:prstGeom>
        </p:spPr>
      </p:pic>
      <p:pic>
        <p:nvPicPr>
          <p:cNvPr id="19" name="Content Placeholder 18">
            <a:extLst>
              <a:ext uri="{FF2B5EF4-FFF2-40B4-BE49-F238E27FC236}">
                <a16:creationId xmlns:a16="http://schemas.microsoft.com/office/drawing/2014/main" id="{F182B3E9-2017-482D-9846-C0E8FED1CCDA}"/>
              </a:ext>
            </a:extLst>
          </p:cNvPr>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963460" y="1269727"/>
            <a:ext cx="4354833" cy="2488476"/>
          </a:xfrm>
        </p:spPr>
      </p:pic>
      <p:sp>
        <p:nvSpPr>
          <p:cNvPr id="3" name="Title 2">
            <a:extLst>
              <a:ext uri="{FF2B5EF4-FFF2-40B4-BE49-F238E27FC236}">
                <a16:creationId xmlns:a16="http://schemas.microsoft.com/office/drawing/2014/main" id="{153AF0C9-9303-4693-B70D-F074E2523C63}"/>
              </a:ext>
            </a:extLst>
          </p:cNvPr>
          <p:cNvSpPr>
            <a:spLocks noGrp="1"/>
          </p:cNvSpPr>
          <p:nvPr>
            <p:ph type="title"/>
          </p:nvPr>
        </p:nvSpPr>
        <p:spPr/>
        <p:txBody>
          <a:bodyPr/>
          <a:lstStyle/>
          <a:p>
            <a:r>
              <a:rPr lang="de-DE" dirty="0"/>
              <a:t>Key metrics</a:t>
            </a:r>
            <a:br>
              <a:rPr lang="de-DE" dirty="0"/>
            </a:br>
            <a:r>
              <a:rPr lang="de-DE" dirty="0"/>
              <a:t>Example with the CTRX8188 3FTCU151 W01, S1, Test-D34 data</a:t>
            </a:r>
            <a:endParaRPr lang="en-US" dirty="0"/>
          </a:p>
        </p:txBody>
      </p:sp>
      <p:sp>
        <p:nvSpPr>
          <p:cNvPr id="13" name="TextBox 12">
            <a:extLst>
              <a:ext uri="{FF2B5EF4-FFF2-40B4-BE49-F238E27FC236}">
                <a16:creationId xmlns:a16="http://schemas.microsoft.com/office/drawing/2014/main" id="{F402FBF1-E4E9-4630-B65E-3BDCB6AEF762}"/>
              </a:ext>
            </a:extLst>
          </p:cNvPr>
          <p:cNvSpPr txBox="1"/>
          <p:nvPr/>
        </p:nvSpPr>
        <p:spPr bwMode="auto">
          <a:xfrm>
            <a:off x="607184" y="2999160"/>
            <a:ext cx="360041" cy="201274"/>
          </a:xfrm>
          <a:prstGeom prst="rect">
            <a:avLst/>
          </a:prstGeom>
          <a:ln>
            <a:headEnd/>
            <a:tailEnd/>
          </a:ln>
        </p:spPr>
        <p:style>
          <a:lnRef idx="2">
            <a:schemeClr val="accent3">
              <a:shade val="50000"/>
            </a:schemeClr>
          </a:lnRef>
          <a:fillRef idx="1">
            <a:schemeClr val="accent3"/>
          </a:fillRef>
          <a:effectRef idx="0">
            <a:schemeClr val="accent3"/>
          </a:effectRef>
          <a:fontRef idx="minor">
            <a:schemeClr val="lt1"/>
          </a:fontRef>
        </p:style>
        <p:txBody>
          <a:bodyPr wrap="square" lIns="0" tIns="0" rIns="0" bIns="0" rtlCol="0" anchor="t" anchorCtr="0">
            <a:spAutoFit/>
          </a:bodyPr>
          <a:lstStyle/>
          <a:p>
            <a:pPr marR="0" algn="l" defTabSz="576000" eaLnBrk="0" fontAlgn="auto" latinLnBrk="0" hangingPunct="0">
              <a:lnSpc>
                <a:spcPct val="120000"/>
              </a:lnSpc>
              <a:spcBef>
                <a:spcPts val="0"/>
              </a:spcBef>
              <a:spcAft>
                <a:spcPts val="0"/>
              </a:spcAft>
              <a:buClr>
                <a:schemeClr val="tx2"/>
              </a:buClr>
              <a:buSzTx/>
              <a:tabLst/>
            </a:pPr>
            <a:r>
              <a:rPr lang="de-DE" sz="1200" kern="0" baseline="0" dirty="0">
                <a:latin typeface="+mn-lt"/>
                <a:ea typeface="+mn-ea"/>
                <a:cs typeface="+mn-cs"/>
              </a:rPr>
              <a:t>Fails</a:t>
            </a:r>
            <a:endParaRPr lang="en-US" sz="1200" kern="0" baseline="0" dirty="0">
              <a:latin typeface="+mn-lt"/>
              <a:ea typeface="+mn-ea"/>
              <a:cs typeface="+mn-cs"/>
            </a:endParaRPr>
          </a:p>
        </p:txBody>
      </p:sp>
      <p:sp>
        <p:nvSpPr>
          <p:cNvPr id="14" name="TextBox 13">
            <a:extLst>
              <a:ext uri="{FF2B5EF4-FFF2-40B4-BE49-F238E27FC236}">
                <a16:creationId xmlns:a16="http://schemas.microsoft.com/office/drawing/2014/main" id="{67362E00-EC7A-4EF1-ACB5-1D0B001F0F6B}"/>
              </a:ext>
            </a:extLst>
          </p:cNvPr>
          <p:cNvSpPr txBox="1"/>
          <p:nvPr/>
        </p:nvSpPr>
        <p:spPr bwMode="auto">
          <a:xfrm>
            <a:off x="607184" y="1352099"/>
            <a:ext cx="576064" cy="201274"/>
          </a:xfrm>
          <a:prstGeom prst="rect">
            <a:avLst/>
          </a:prstGeom>
          <a:ln>
            <a:headEnd/>
            <a:tailEnd/>
          </a:ln>
        </p:spPr>
        <p:style>
          <a:lnRef idx="2">
            <a:schemeClr val="accent3">
              <a:shade val="50000"/>
            </a:schemeClr>
          </a:lnRef>
          <a:fillRef idx="1">
            <a:schemeClr val="accent3"/>
          </a:fillRef>
          <a:effectRef idx="0">
            <a:schemeClr val="accent3"/>
          </a:effectRef>
          <a:fontRef idx="minor">
            <a:schemeClr val="lt1"/>
          </a:fontRef>
        </p:style>
        <p:txBody>
          <a:bodyPr wrap="square" lIns="0" tIns="0" rIns="0" bIns="0" rtlCol="0" anchor="t" anchorCtr="0">
            <a:spAutoFit/>
          </a:bodyPr>
          <a:lstStyle/>
          <a:p>
            <a:pPr marR="0" algn="l" defTabSz="576000" eaLnBrk="0" fontAlgn="auto" latinLnBrk="0" hangingPunct="0">
              <a:lnSpc>
                <a:spcPct val="120000"/>
              </a:lnSpc>
              <a:spcBef>
                <a:spcPts val="0"/>
              </a:spcBef>
              <a:spcAft>
                <a:spcPts val="0"/>
              </a:spcAft>
              <a:buClr>
                <a:schemeClr val="tx2"/>
              </a:buClr>
              <a:buSzTx/>
              <a:tabLst/>
            </a:pPr>
            <a:r>
              <a:rPr lang="de-DE" sz="1200" kern="0" baseline="0" dirty="0">
                <a:latin typeface="+mn-lt"/>
                <a:ea typeface="+mn-ea"/>
                <a:cs typeface="+mn-cs"/>
              </a:rPr>
              <a:t>Cpk low</a:t>
            </a:r>
            <a:endParaRPr lang="en-US" sz="1200" kern="0" baseline="0" dirty="0">
              <a:latin typeface="+mn-lt"/>
              <a:ea typeface="+mn-ea"/>
              <a:cs typeface="+mn-cs"/>
            </a:endParaRPr>
          </a:p>
        </p:txBody>
      </p:sp>
      <p:sp>
        <p:nvSpPr>
          <p:cNvPr id="15" name="TextBox 14">
            <a:extLst>
              <a:ext uri="{FF2B5EF4-FFF2-40B4-BE49-F238E27FC236}">
                <a16:creationId xmlns:a16="http://schemas.microsoft.com/office/drawing/2014/main" id="{FFFBD243-53FE-4A18-9B8A-63F839A5188D}"/>
              </a:ext>
            </a:extLst>
          </p:cNvPr>
          <p:cNvSpPr txBox="1"/>
          <p:nvPr/>
        </p:nvSpPr>
        <p:spPr bwMode="auto">
          <a:xfrm>
            <a:off x="4076111" y="3657566"/>
            <a:ext cx="712093" cy="201274"/>
          </a:xfrm>
          <a:prstGeom prst="rect">
            <a:avLst/>
          </a:prstGeom>
          <a:ln>
            <a:headEnd/>
            <a:tailEnd/>
          </a:ln>
        </p:spPr>
        <p:style>
          <a:lnRef idx="2">
            <a:schemeClr val="accent3">
              <a:shade val="50000"/>
            </a:schemeClr>
          </a:lnRef>
          <a:fillRef idx="1">
            <a:schemeClr val="accent3"/>
          </a:fillRef>
          <a:effectRef idx="0">
            <a:schemeClr val="accent3"/>
          </a:effectRef>
          <a:fontRef idx="minor">
            <a:schemeClr val="lt1"/>
          </a:fontRef>
        </p:style>
        <p:txBody>
          <a:bodyPr wrap="square" lIns="0" tIns="0" rIns="0" bIns="0" rtlCol="0" anchor="t" anchorCtr="0">
            <a:spAutoFit/>
          </a:bodyPr>
          <a:lstStyle/>
          <a:p>
            <a:pPr marR="0" algn="l" defTabSz="576000" eaLnBrk="0" fontAlgn="auto" latinLnBrk="0" hangingPunct="0">
              <a:lnSpc>
                <a:spcPct val="120000"/>
              </a:lnSpc>
              <a:spcBef>
                <a:spcPts val="0"/>
              </a:spcBef>
              <a:spcAft>
                <a:spcPts val="0"/>
              </a:spcAft>
              <a:buClr>
                <a:schemeClr val="tx2"/>
              </a:buClr>
              <a:buSzTx/>
              <a:tabLst/>
            </a:pPr>
            <a:r>
              <a:rPr lang="de-DE" sz="1200" kern="0" baseline="0" dirty="0">
                <a:latin typeface="+mn-lt"/>
                <a:ea typeface="+mn-ea"/>
                <a:cs typeface="+mn-cs"/>
              </a:rPr>
              <a:t>Skewness</a:t>
            </a:r>
            <a:endParaRPr lang="en-US" sz="1200" kern="0" baseline="0" dirty="0">
              <a:latin typeface="+mn-lt"/>
              <a:ea typeface="+mn-ea"/>
              <a:cs typeface="+mn-cs"/>
            </a:endParaRPr>
          </a:p>
        </p:txBody>
      </p:sp>
      <p:cxnSp>
        <p:nvCxnSpPr>
          <p:cNvPr id="21" name="Straight Arrow Connector 20">
            <a:extLst>
              <a:ext uri="{FF2B5EF4-FFF2-40B4-BE49-F238E27FC236}">
                <a16:creationId xmlns:a16="http://schemas.microsoft.com/office/drawing/2014/main" id="{5F572AA1-14E1-4EFD-8310-BDE148556DB9}"/>
              </a:ext>
            </a:extLst>
          </p:cNvPr>
          <p:cNvCxnSpPr>
            <a:cxnSpLocks/>
            <a:stCxn id="14" idx="3"/>
          </p:cNvCxnSpPr>
          <p:nvPr/>
        </p:nvCxnSpPr>
        <p:spPr>
          <a:xfrm>
            <a:off x="1183248" y="1452736"/>
            <a:ext cx="808296" cy="100637"/>
          </a:xfrm>
          <a:prstGeom prst="straightConnector1">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22" name="Straight Arrow Connector 21">
            <a:extLst>
              <a:ext uri="{FF2B5EF4-FFF2-40B4-BE49-F238E27FC236}">
                <a16:creationId xmlns:a16="http://schemas.microsoft.com/office/drawing/2014/main" id="{E0E68BA4-1C8A-4366-A01E-F9FD271DAB86}"/>
              </a:ext>
            </a:extLst>
          </p:cNvPr>
          <p:cNvCxnSpPr>
            <a:cxnSpLocks/>
            <a:stCxn id="15" idx="0"/>
          </p:cNvCxnSpPr>
          <p:nvPr/>
        </p:nvCxnSpPr>
        <p:spPr>
          <a:xfrm flipH="1" flipV="1">
            <a:off x="3719736" y="3361908"/>
            <a:ext cx="712422" cy="295658"/>
          </a:xfrm>
          <a:prstGeom prst="straightConnector1">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31" name="Straight Arrow Connector 30">
            <a:extLst>
              <a:ext uri="{FF2B5EF4-FFF2-40B4-BE49-F238E27FC236}">
                <a16:creationId xmlns:a16="http://schemas.microsoft.com/office/drawing/2014/main" id="{3CB634AD-8FFF-451F-9EB4-87F4AF92A6F4}"/>
              </a:ext>
            </a:extLst>
          </p:cNvPr>
          <p:cNvCxnSpPr>
            <a:cxnSpLocks/>
            <a:stCxn id="15" idx="0"/>
          </p:cNvCxnSpPr>
          <p:nvPr/>
        </p:nvCxnSpPr>
        <p:spPr>
          <a:xfrm flipH="1" flipV="1">
            <a:off x="4295899" y="1844824"/>
            <a:ext cx="136259" cy="1812742"/>
          </a:xfrm>
          <a:prstGeom prst="straightConnector1">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35" name="Straight Arrow Connector 34">
            <a:extLst>
              <a:ext uri="{FF2B5EF4-FFF2-40B4-BE49-F238E27FC236}">
                <a16:creationId xmlns:a16="http://schemas.microsoft.com/office/drawing/2014/main" id="{943C8D93-2C1C-47E9-BD07-5F8CA8441C05}"/>
              </a:ext>
            </a:extLst>
          </p:cNvPr>
          <p:cNvCxnSpPr>
            <a:cxnSpLocks/>
          </p:cNvCxnSpPr>
          <p:nvPr/>
        </p:nvCxnSpPr>
        <p:spPr>
          <a:xfrm>
            <a:off x="967225" y="3106736"/>
            <a:ext cx="1240343" cy="145377"/>
          </a:xfrm>
          <a:prstGeom prst="straightConnector1">
            <a:avLst/>
          </a:prstGeom>
          <a:ln>
            <a:tailEnd type="triangle"/>
          </a:ln>
        </p:spPr>
        <p:style>
          <a:lnRef idx="1">
            <a:schemeClr val="accent3"/>
          </a:lnRef>
          <a:fillRef idx="0">
            <a:schemeClr val="accent3"/>
          </a:fillRef>
          <a:effectRef idx="0">
            <a:schemeClr val="accent3"/>
          </a:effectRef>
          <a:fontRef idx="minor">
            <a:schemeClr val="tx1"/>
          </a:fontRef>
        </p:style>
      </p:cxnSp>
      <p:pic>
        <p:nvPicPr>
          <p:cNvPr id="42" name="Content Placeholder 41">
            <a:extLst>
              <a:ext uri="{FF2B5EF4-FFF2-40B4-BE49-F238E27FC236}">
                <a16:creationId xmlns:a16="http://schemas.microsoft.com/office/drawing/2014/main" id="{882056C5-A541-471D-8443-AB81D4692DBA}"/>
              </a:ext>
            </a:extLst>
          </p:cNvPr>
          <p:cNvPicPr>
            <a:picLocks noGrp="1" noChangeAspect="1"/>
          </p:cNvPicPr>
          <p:nvPr>
            <p:ph sz="quarter" idx="14"/>
          </p:nvPr>
        </p:nvPicPr>
        <p:blipFill>
          <a:blip r:embed="rId4">
            <a:extLst>
              <a:ext uri="{28A0092B-C50C-407E-A947-70E740481C1C}">
                <a14:useLocalDpi xmlns:a14="http://schemas.microsoft.com/office/drawing/2010/main" val="0"/>
              </a:ext>
            </a:extLst>
          </a:blip>
          <a:stretch>
            <a:fillRect/>
          </a:stretch>
        </p:blipFill>
        <p:spPr>
          <a:xfrm>
            <a:off x="6960096" y="1270318"/>
            <a:ext cx="4178450" cy="2387686"/>
          </a:xfrm>
        </p:spPr>
      </p:pic>
      <p:pic>
        <p:nvPicPr>
          <p:cNvPr id="44" name="Picture 43">
            <a:extLst>
              <a:ext uri="{FF2B5EF4-FFF2-40B4-BE49-F238E27FC236}">
                <a16:creationId xmlns:a16="http://schemas.microsoft.com/office/drawing/2014/main" id="{6B5A0B99-8DDE-4A2D-AD38-4D582010531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104112" y="4077072"/>
            <a:ext cx="3950876" cy="2304678"/>
          </a:xfrm>
          <a:prstGeom prst="rect">
            <a:avLst/>
          </a:prstGeom>
        </p:spPr>
      </p:pic>
      <p:sp>
        <p:nvSpPr>
          <p:cNvPr id="52" name="TextBox 51">
            <a:extLst>
              <a:ext uri="{FF2B5EF4-FFF2-40B4-BE49-F238E27FC236}">
                <a16:creationId xmlns:a16="http://schemas.microsoft.com/office/drawing/2014/main" id="{D5A021E0-DD68-4005-B82A-BDD771932027}"/>
              </a:ext>
            </a:extLst>
          </p:cNvPr>
          <p:cNvSpPr txBox="1"/>
          <p:nvPr/>
        </p:nvSpPr>
        <p:spPr bwMode="auto">
          <a:xfrm>
            <a:off x="4422416" y="5484997"/>
            <a:ext cx="1004919" cy="201274"/>
          </a:xfrm>
          <a:prstGeom prst="rect">
            <a:avLst/>
          </a:prstGeom>
          <a:ln>
            <a:headEnd/>
            <a:tailEnd/>
          </a:ln>
        </p:spPr>
        <p:style>
          <a:lnRef idx="2">
            <a:schemeClr val="accent3">
              <a:shade val="50000"/>
            </a:schemeClr>
          </a:lnRef>
          <a:fillRef idx="1">
            <a:schemeClr val="accent3"/>
          </a:fillRef>
          <a:effectRef idx="0">
            <a:schemeClr val="accent3"/>
          </a:effectRef>
          <a:fontRef idx="minor">
            <a:schemeClr val="lt1"/>
          </a:fontRef>
        </p:style>
        <p:txBody>
          <a:bodyPr wrap="square" lIns="0" tIns="0" rIns="0" bIns="0" rtlCol="0" anchor="t" anchorCtr="0">
            <a:spAutoFit/>
          </a:bodyPr>
          <a:lstStyle/>
          <a:p>
            <a:pPr marR="0" algn="l" defTabSz="576000" eaLnBrk="0" fontAlgn="auto" latinLnBrk="0" hangingPunct="0">
              <a:lnSpc>
                <a:spcPct val="120000"/>
              </a:lnSpc>
              <a:spcBef>
                <a:spcPts val="0"/>
              </a:spcBef>
              <a:spcAft>
                <a:spcPts val="0"/>
              </a:spcAft>
              <a:buClr>
                <a:schemeClr val="tx2"/>
              </a:buClr>
              <a:buSzTx/>
              <a:tabLst/>
            </a:pPr>
            <a:r>
              <a:rPr lang="de-DE" sz="1200" kern="0" baseline="0" dirty="0">
                <a:latin typeface="+mn-lt"/>
                <a:ea typeface="+mn-ea"/>
                <a:cs typeface="+mn-cs"/>
              </a:rPr>
              <a:t>Unique values</a:t>
            </a:r>
            <a:endParaRPr lang="en-US" sz="1200" kern="0" baseline="0" dirty="0">
              <a:latin typeface="+mn-lt"/>
              <a:ea typeface="+mn-ea"/>
              <a:cs typeface="+mn-cs"/>
            </a:endParaRPr>
          </a:p>
        </p:txBody>
      </p:sp>
      <p:cxnSp>
        <p:nvCxnSpPr>
          <p:cNvPr id="53" name="Straight Arrow Connector 52">
            <a:extLst>
              <a:ext uri="{FF2B5EF4-FFF2-40B4-BE49-F238E27FC236}">
                <a16:creationId xmlns:a16="http://schemas.microsoft.com/office/drawing/2014/main" id="{356F87F8-3D9D-4FEB-AB30-7EAFAC1765A3}"/>
              </a:ext>
            </a:extLst>
          </p:cNvPr>
          <p:cNvCxnSpPr>
            <a:cxnSpLocks/>
          </p:cNvCxnSpPr>
          <p:nvPr/>
        </p:nvCxnSpPr>
        <p:spPr>
          <a:xfrm flipH="1" flipV="1">
            <a:off x="3287688" y="5215353"/>
            <a:ext cx="1117521" cy="363756"/>
          </a:xfrm>
          <a:prstGeom prst="straightConnector1">
            <a:avLst/>
          </a:prstGeom>
          <a:ln>
            <a:tailEnd type="triangle"/>
          </a:ln>
        </p:spPr>
        <p:style>
          <a:lnRef idx="1">
            <a:schemeClr val="accent3"/>
          </a:lnRef>
          <a:fillRef idx="0">
            <a:schemeClr val="accent3"/>
          </a:fillRef>
          <a:effectRef idx="0">
            <a:schemeClr val="accent3"/>
          </a:effectRef>
          <a:fontRef idx="minor">
            <a:schemeClr val="tx1"/>
          </a:fontRef>
        </p:style>
      </p:cxnSp>
      <p:sp>
        <p:nvSpPr>
          <p:cNvPr id="55" name="TextBox 54">
            <a:extLst>
              <a:ext uri="{FF2B5EF4-FFF2-40B4-BE49-F238E27FC236}">
                <a16:creationId xmlns:a16="http://schemas.microsoft.com/office/drawing/2014/main" id="{742BC5B1-9E06-444F-9DB4-5E08159BAD60}"/>
              </a:ext>
            </a:extLst>
          </p:cNvPr>
          <p:cNvSpPr txBox="1"/>
          <p:nvPr/>
        </p:nvSpPr>
        <p:spPr bwMode="auto">
          <a:xfrm>
            <a:off x="11054988" y="5301208"/>
            <a:ext cx="788506" cy="422873"/>
          </a:xfrm>
          <a:prstGeom prst="rect">
            <a:avLst/>
          </a:prstGeom>
          <a:ln>
            <a:headEnd/>
            <a:tailEnd/>
          </a:ln>
        </p:spPr>
        <p:style>
          <a:lnRef idx="2">
            <a:schemeClr val="accent3">
              <a:shade val="50000"/>
            </a:schemeClr>
          </a:lnRef>
          <a:fillRef idx="1">
            <a:schemeClr val="accent3"/>
          </a:fillRef>
          <a:effectRef idx="0">
            <a:schemeClr val="accent3"/>
          </a:effectRef>
          <a:fontRef idx="minor">
            <a:schemeClr val="lt1"/>
          </a:fontRef>
        </p:style>
        <p:txBody>
          <a:bodyPr wrap="square" lIns="0" tIns="0" rIns="0" bIns="0" rtlCol="0" anchor="t" anchorCtr="0">
            <a:spAutoFit/>
          </a:bodyPr>
          <a:lstStyle/>
          <a:p>
            <a:pPr marR="0" algn="ctr" defTabSz="576000" eaLnBrk="0" fontAlgn="auto" latinLnBrk="0" hangingPunct="0">
              <a:lnSpc>
                <a:spcPct val="120000"/>
              </a:lnSpc>
              <a:spcBef>
                <a:spcPts val="0"/>
              </a:spcBef>
              <a:spcAft>
                <a:spcPts val="0"/>
              </a:spcAft>
              <a:buClr>
                <a:schemeClr val="tx2"/>
              </a:buClr>
              <a:buSzTx/>
              <a:tabLst/>
            </a:pPr>
            <a:r>
              <a:rPr lang="de-DE" sz="1200" kern="0" baseline="0" dirty="0">
                <a:latin typeface="+mn-lt"/>
                <a:ea typeface="+mn-ea"/>
                <a:cs typeface="+mn-cs"/>
              </a:rPr>
              <a:t>Site-to-site offset</a:t>
            </a:r>
            <a:endParaRPr lang="en-US" sz="1200" kern="0" baseline="0" dirty="0">
              <a:latin typeface="+mn-lt"/>
              <a:ea typeface="+mn-ea"/>
              <a:cs typeface="+mn-cs"/>
            </a:endParaRPr>
          </a:p>
        </p:txBody>
      </p:sp>
      <p:cxnSp>
        <p:nvCxnSpPr>
          <p:cNvPr id="56" name="Straight Arrow Connector 55">
            <a:extLst>
              <a:ext uri="{FF2B5EF4-FFF2-40B4-BE49-F238E27FC236}">
                <a16:creationId xmlns:a16="http://schemas.microsoft.com/office/drawing/2014/main" id="{973ECB71-980A-46A7-A941-47BA5A069CC0}"/>
              </a:ext>
            </a:extLst>
          </p:cNvPr>
          <p:cNvCxnSpPr>
            <a:cxnSpLocks/>
            <a:stCxn id="55" idx="1"/>
          </p:cNvCxnSpPr>
          <p:nvPr/>
        </p:nvCxnSpPr>
        <p:spPr>
          <a:xfrm flipH="1" flipV="1">
            <a:off x="10632504" y="5301208"/>
            <a:ext cx="422484" cy="211437"/>
          </a:xfrm>
          <a:prstGeom prst="straightConnector1">
            <a:avLst/>
          </a:prstGeom>
          <a:ln>
            <a:tailEnd type="triangle"/>
          </a:ln>
        </p:spPr>
        <p:style>
          <a:lnRef idx="1">
            <a:schemeClr val="accent3"/>
          </a:lnRef>
          <a:fillRef idx="0">
            <a:schemeClr val="accent3"/>
          </a:fillRef>
          <a:effectRef idx="0">
            <a:schemeClr val="accent3"/>
          </a:effectRef>
          <a:fontRef idx="minor">
            <a:schemeClr val="tx1"/>
          </a:fontRef>
        </p:style>
      </p:cxnSp>
      <p:sp>
        <p:nvSpPr>
          <p:cNvPr id="59" name="TextBox 58">
            <a:extLst>
              <a:ext uri="{FF2B5EF4-FFF2-40B4-BE49-F238E27FC236}">
                <a16:creationId xmlns:a16="http://schemas.microsoft.com/office/drawing/2014/main" id="{A70BC361-C9FF-4264-AA87-13E4D0BA5663}"/>
              </a:ext>
            </a:extLst>
          </p:cNvPr>
          <p:cNvSpPr txBox="1"/>
          <p:nvPr/>
        </p:nvSpPr>
        <p:spPr bwMode="auto">
          <a:xfrm>
            <a:off x="10893149" y="3501008"/>
            <a:ext cx="950345" cy="201274"/>
          </a:xfrm>
          <a:prstGeom prst="rect">
            <a:avLst/>
          </a:prstGeom>
          <a:ln>
            <a:headEnd/>
            <a:tailEnd/>
          </a:ln>
        </p:spPr>
        <p:style>
          <a:lnRef idx="2">
            <a:schemeClr val="accent3">
              <a:shade val="50000"/>
            </a:schemeClr>
          </a:lnRef>
          <a:fillRef idx="1">
            <a:schemeClr val="accent3"/>
          </a:fillRef>
          <a:effectRef idx="0">
            <a:schemeClr val="accent3"/>
          </a:effectRef>
          <a:fontRef idx="minor">
            <a:schemeClr val="lt1"/>
          </a:fontRef>
        </p:style>
        <p:txBody>
          <a:bodyPr wrap="square" lIns="0" tIns="0" rIns="0" bIns="0" rtlCol="0" anchor="t" anchorCtr="0">
            <a:spAutoFit/>
          </a:bodyPr>
          <a:lstStyle/>
          <a:p>
            <a:pPr marR="0" algn="ctr" defTabSz="576000" eaLnBrk="0" fontAlgn="auto" latinLnBrk="0" hangingPunct="0">
              <a:lnSpc>
                <a:spcPct val="120000"/>
              </a:lnSpc>
              <a:spcBef>
                <a:spcPts val="0"/>
              </a:spcBef>
              <a:spcAft>
                <a:spcPts val="0"/>
              </a:spcAft>
              <a:buClr>
                <a:schemeClr val="tx2"/>
              </a:buClr>
              <a:buSzTx/>
              <a:tabLst/>
            </a:pPr>
            <a:r>
              <a:rPr lang="de-DE" sz="1200" kern="0" baseline="0" dirty="0">
                <a:latin typeface="+mn-lt"/>
                <a:ea typeface="+mn-ea"/>
                <a:cs typeface="+mn-cs"/>
              </a:rPr>
              <a:t>Multimodality</a:t>
            </a:r>
            <a:endParaRPr lang="en-US" sz="1200" kern="0" baseline="0" dirty="0">
              <a:latin typeface="+mn-lt"/>
              <a:ea typeface="+mn-ea"/>
              <a:cs typeface="+mn-cs"/>
            </a:endParaRPr>
          </a:p>
        </p:txBody>
      </p:sp>
      <p:cxnSp>
        <p:nvCxnSpPr>
          <p:cNvPr id="60" name="Straight Arrow Connector 59">
            <a:extLst>
              <a:ext uri="{FF2B5EF4-FFF2-40B4-BE49-F238E27FC236}">
                <a16:creationId xmlns:a16="http://schemas.microsoft.com/office/drawing/2014/main" id="{1963DBBF-58C2-4F9F-ACDB-3FA9A07AA0E3}"/>
              </a:ext>
            </a:extLst>
          </p:cNvPr>
          <p:cNvCxnSpPr>
            <a:cxnSpLocks/>
            <a:stCxn id="59" idx="1"/>
          </p:cNvCxnSpPr>
          <p:nvPr/>
        </p:nvCxnSpPr>
        <p:spPr>
          <a:xfrm flipH="1" flipV="1">
            <a:off x="9624392" y="1844824"/>
            <a:ext cx="1268757" cy="1756821"/>
          </a:xfrm>
          <a:prstGeom prst="straightConnector1">
            <a:avLst/>
          </a:prstGeom>
          <a:ln>
            <a:tailEnd type="triangle"/>
          </a:ln>
        </p:spPr>
        <p:style>
          <a:lnRef idx="1">
            <a:schemeClr val="accent3"/>
          </a:lnRef>
          <a:fillRef idx="0">
            <a:schemeClr val="accent3"/>
          </a:fillRef>
          <a:effectRef idx="0">
            <a:schemeClr val="accent3"/>
          </a:effectRef>
          <a:fontRef idx="minor">
            <a:schemeClr val="tx1"/>
          </a:fontRef>
        </p:style>
      </p:cxnSp>
      <p:sp>
        <p:nvSpPr>
          <p:cNvPr id="63" name="TextBox 62">
            <a:extLst>
              <a:ext uri="{FF2B5EF4-FFF2-40B4-BE49-F238E27FC236}">
                <a16:creationId xmlns:a16="http://schemas.microsoft.com/office/drawing/2014/main" id="{5340F47D-DF91-41A4-81B0-D8F33738E177}"/>
              </a:ext>
            </a:extLst>
          </p:cNvPr>
          <p:cNvSpPr txBox="1"/>
          <p:nvPr/>
        </p:nvSpPr>
        <p:spPr bwMode="auto">
          <a:xfrm>
            <a:off x="6565843" y="1352099"/>
            <a:ext cx="788506" cy="201274"/>
          </a:xfrm>
          <a:prstGeom prst="rect">
            <a:avLst/>
          </a:prstGeom>
          <a:ln>
            <a:headEnd/>
            <a:tailEnd/>
          </a:ln>
        </p:spPr>
        <p:style>
          <a:lnRef idx="2">
            <a:schemeClr val="accent3">
              <a:shade val="50000"/>
            </a:schemeClr>
          </a:lnRef>
          <a:fillRef idx="1">
            <a:schemeClr val="accent3"/>
          </a:fillRef>
          <a:effectRef idx="0">
            <a:schemeClr val="accent3"/>
          </a:effectRef>
          <a:fontRef idx="minor">
            <a:schemeClr val="lt1"/>
          </a:fontRef>
        </p:style>
        <p:txBody>
          <a:bodyPr wrap="square" lIns="0" tIns="0" rIns="0" bIns="0" rtlCol="0" anchor="t" anchorCtr="0">
            <a:spAutoFit/>
          </a:bodyPr>
          <a:lstStyle/>
          <a:p>
            <a:pPr marR="0" algn="ctr" defTabSz="576000" eaLnBrk="0" fontAlgn="auto" latinLnBrk="0" hangingPunct="0">
              <a:lnSpc>
                <a:spcPct val="120000"/>
              </a:lnSpc>
              <a:spcBef>
                <a:spcPts val="0"/>
              </a:spcBef>
              <a:spcAft>
                <a:spcPts val="0"/>
              </a:spcAft>
              <a:buClr>
                <a:schemeClr val="tx2"/>
              </a:buClr>
              <a:buSzTx/>
              <a:tabLst/>
            </a:pPr>
            <a:r>
              <a:rPr lang="de-DE" sz="1200" kern="0" baseline="0" dirty="0">
                <a:latin typeface="+mn-lt"/>
                <a:ea typeface="+mn-ea"/>
                <a:cs typeface="+mn-cs"/>
              </a:rPr>
              <a:t>Cpk high</a:t>
            </a:r>
            <a:endParaRPr lang="en-US" sz="1200" kern="0" baseline="0" dirty="0">
              <a:latin typeface="+mn-lt"/>
              <a:ea typeface="+mn-ea"/>
              <a:cs typeface="+mn-cs"/>
            </a:endParaRPr>
          </a:p>
        </p:txBody>
      </p:sp>
      <p:cxnSp>
        <p:nvCxnSpPr>
          <p:cNvPr id="64" name="Straight Arrow Connector 63">
            <a:extLst>
              <a:ext uri="{FF2B5EF4-FFF2-40B4-BE49-F238E27FC236}">
                <a16:creationId xmlns:a16="http://schemas.microsoft.com/office/drawing/2014/main" id="{614E2FAA-E301-4051-B685-72E965AAEDAF}"/>
              </a:ext>
            </a:extLst>
          </p:cNvPr>
          <p:cNvCxnSpPr>
            <a:cxnSpLocks/>
            <a:stCxn id="63" idx="3"/>
          </p:cNvCxnSpPr>
          <p:nvPr/>
        </p:nvCxnSpPr>
        <p:spPr>
          <a:xfrm>
            <a:off x="7354349" y="1452736"/>
            <a:ext cx="613859" cy="50318"/>
          </a:xfrm>
          <a:prstGeom prst="straightConnector1">
            <a:avLst/>
          </a:prstGeom>
          <a:ln>
            <a:tailEnd type="triangle"/>
          </a:ln>
        </p:spPr>
        <p:style>
          <a:lnRef idx="1">
            <a:schemeClr val="accent3"/>
          </a:lnRef>
          <a:fillRef idx="0">
            <a:schemeClr val="accent3"/>
          </a:fillRef>
          <a:effectRef idx="0">
            <a:schemeClr val="accent3"/>
          </a:effectRef>
          <a:fontRef idx="minor">
            <a:schemeClr val="tx1"/>
          </a:fontRef>
        </p:style>
      </p:cxnSp>
    </p:spTree>
    <p:extLst>
      <p:ext uri="{BB962C8B-B14F-4D97-AF65-F5344CB8AC3E}">
        <p14:creationId xmlns:p14="http://schemas.microsoft.com/office/powerpoint/2010/main" val="38406663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53AF0C9-9303-4693-B70D-F074E2523C63}"/>
              </a:ext>
            </a:extLst>
          </p:cNvPr>
          <p:cNvSpPr>
            <a:spLocks noGrp="1"/>
          </p:cNvSpPr>
          <p:nvPr>
            <p:ph type="title"/>
          </p:nvPr>
        </p:nvSpPr>
        <p:spPr/>
        <p:txBody>
          <a:bodyPr/>
          <a:lstStyle/>
          <a:p>
            <a:r>
              <a:rPr lang="de-DE" dirty="0"/>
              <a:t>Demo session</a:t>
            </a:r>
            <a:endParaRPr lang="en-US" dirty="0"/>
          </a:p>
        </p:txBody>
      </p:sp>
      <p:pic>
        <p:nvPicPr>
          <p:cNvPr id="2050" name="Picture 2" descr="Demo - Free computer icons">
            <a:extLst>
              <a:ext uri="{FF2B5EF4-FFF2-40B4-BE49-F238E27FC236}">
                <a16:creationId xmlns:a16="http://schemas.microsoft.com/office/drawing/2014/main" id="{73D29E52-5FCA-4AE5-8E52-9AE4D63890C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00736" y="1633736"/>
            <a:ext cx="3590528" cy="35905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149698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2A3DB54-EDAA-323A-87B5-63B2513F5053}"/>
              </a:ext>
            </a:extLst>
          </p:cNvPr>
          <p:cNvSpPr>
            <a:spLocks noGrp="1"/>
          </p:cNvSpPr>
          <p:nvPr>
            <p:ph type="title"/>
          </p:nvPr>
        </p:nvSpPr>
        <p:spPr/>
        <p:txBody>
          <a:bodyPr/>
          <a:lstStyle/>
          <a:p>
            <a:r>
              <a:rPr lang="de-DE" dirty="0"/>
              <a:t>Automated approach benefits</a:t>
            </a:r>
            <a:endParaRPr lang="en-US" dirty="0"/>
          </a:p>
        </p:txBody>
      </p:sp>
      <p:graphicFrame>
        <p:nvGraphicFramePr>
          <p:cNvPr id="12" name="Diagram 11">
            <a:extLst>
              <a:ext uri="{FF2B5EF4-FFF2-40B4-BE49-F238E27FC236}">
                <a16:creationId xmlns:a16="http://schemas.microsoft.com/office/drawing/2014/main" id="{9805D966-719C-4CEE-959A-F2105383378E}"/>
              </a:ext>
            </a:extLst>
          </p:cNvPr>
          <p:cNvGraphicFramePr/>
          <p:nvPr>
            <p:extLst>
              <p:ext uri="{D42A27DB-BD31-4B8C-83A1-F6EECF244321}">
                <p14:modId xmlns:p14="http://schemas.microsoft.com/office/powerpoint/2010/main" val="3231839994"/>
              </p:ext>
            </p:extLst>
          </p:nvPr>
        </p:nvGraphicFramePr>
        <p:xfrm>
          <a:off x="6096000" y="1266338"/>
          <a:ext cx="5040560" cy="353081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16" name="Diagram 15">
            <a:extLst>
              <a:ext uri="{FF2B5EF4-FFF2-40B4-BE49-F238E27FC236}">
                <a16:creationId xmlns:a16="http://schemas.microsoft.com/office/drawing/2014/main" id="{3AC2A3BD-8A71-46C6-B031-4A60646428DD}"/>
              </a:ext>
            </a:extLst>
          </p:cNvPr>
          <p:cNvGraphicFramePr/>
          <p:nvPr>
            <p:extLst/>
          </p:nvPr>
        </p:nvGraphicFramePr>
        <p:xfrm>
          <a:off x="334963" y="1268413"/>
          <a:ext cx="4968950" cy="352874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25040965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2A3DB54-EDAA-323A-87B5-63B2513F5053}"/>
              </a:ext>
            </a:extLst>
          </p:cNvPr>
          <p:cNvSpPr>
            <a:spLocks noGrp="1"/>
          </p:cNvSpPr>
          <p:nvPr>
            <p:ph type="title"/>
          </p:nvPr>
        </p:nvSpPr>
        <p:spPr/>
        <p:txBody>
          <a:bodyPr/>
          <a:lstStyle/>
          <a:p>
            <a:r>
              <a:rPr lang="de-DE" dirty="0"/>
              <a:t>Automated approach benefits</a:t>
            </a:r>
            <a:endParaRPr lang="en-US" dirty="0"/>
          </a:p>
        </p:txBody>
      </p:sp>
      <p:sp>
        <p:nvSpPr>
          <p:cNvPr id="4" name="TextBox 3">
            <a:extLst>
              <a:ext uri="{FF2B5EF4-FFF2-40B4-BE49-F238E27FC236}">
                <a16:creationId xmlns:a16="http://schemas.microsoft.com/office/drawing/2014/main" id="{C9F18A48-C26A-444A-87ED-78CD1BF23BF5}"/>
              </a:ext>
            </a:extLst>
          </p:cNvPr>
          <p:cNvSpPr txBox="1"/>
          <p:nvPr/>
        </p:nvSpPr>
        <p:spPr bwMode="auto">
          <a:xfrm>
            <a:off x="351916" y="1279360"/>
            <a:ext cx="9056452" cy="1645002"/>
          </a:xfrm>
          <a:prstGeom prst="rect">
            <a:avLst/>
          </a:prstGeom>
          <a:ln>
            <a:headEnd/>
            <a:tailEnd/>
          </a:ln>
        </p:spPr>
        <p:style>
          <a:lnRef idx="2">
            <a:schemeClr val="accent1"/>
          </a:lnRef>
          <a:fillRef idx="1">
            <a:schemeClr val="lt1"/>
          </a:fillRef>
          <a:effectRef idx="0">
            <a:schemeClr val="accent1"/>
          </a:effectRef>
          <a:fontRef idx="minor">
            <a:schemeClr val="dk1"/>
          </a:fontRef>
        </p:style>
        <p:txBody>
          <a:bodyPr wrap="square" lIns="0" tIns="0" rIns="0" bIns="0" rtlCol="0" anchor="t" anchorCtr="0">
            <a:spAutoFit/>
          </a:bodyPr>
          <a:lstStyle/>
          <a:p>
            <a:pPr marL="285750" indent="-285750" defTabSz="576000" eaLnBrk="0" fontAlgn="auto" hangingPunct="0">
              <a:lnSpc>
                <a:spcPct val="120000"/>
              </a:lnSpc>
              <a:spcBef>
                <a:spcPts val="0"/>
              </a:spcBef>
              <a:spcAft>
                <a:spcPts val="0"/>
              </a:spcAft>
              <a:buClr>
                <a:schemeClr val="tx2"/>
              </a:buClr>
              <a:buFont typeface="Wingdings" panose="05000000000000000000" pitchFamily="2" charset="2"/>
              <a:buChar char="q"/>
            </a:pPr>
            <a:r>
              <a:rPr lang="en-GB" sz="1000" dirty="0"/>
              <a:t>From Monte-Carlo simulations, </a:t>
            </a:r>
            <a:r>
              <a:rPr lang="en-GB" sz="1000" b="1" dirty="0">
                <a:solidFill>
                  <a:srgbClr val="00B050"/>
                </a:solidFill>
              </a:rPr>
              <a:t>~190% </a:t>
            </a:r>
            <a:r>
              <a:rPr lang="en-GB" sz="1000" dirty="0"/>
              <a:t>productivity improvement with:</a:t>
            </a:r>
          </a:p>
          <a:p>
            <a:pPr marL="895335" lvl="1" indent="-285750" defTabSz="576000" eaLnBrk="0" fontAlgn="auto" hangingPunct="0">
              <a:lnSpc>
                <a:spcPct val="120000"/>
              </a:lnSpc>
              <a:spcBef>
                <a:spcPts val="0"/>
              </a:spcBef>
              <a:spcAft>
                <a:spcPts val="0"/>
              </a:spcAft>
              <a:buClr>
                <a:schemeClr val="tx2"/>
              </a:buClr>
              <a:buFont typeface="Wingdings" panose="05000000000000000000" pitchFamily="2" charset="2"/>
              <a:buChar char="q"/>
            </a:pPr>
            <a:r>
              <a:rPr lang="en-GB" sz="1000" b="1" dirty="0"/>
              <a:t>automated approach</a:t>
            </a:r>
            <a:r>
              <a:rPr lang="en-GB" sz="1000" dirty="0"/>
              <a:t> (</a:t>
            </a:r>
            <a:r>
              <a:rPr lang="en-GB" sz="1000" b="1" dirty="0"/>
              <a:t>1.24h</a:t>
            </a:r>
            <a:r>
              <a:rPr lang="en-GB" sz="1000" dirty="0"/>
              <a:t> end-to-end review time, </a:t>
            </a:r>
            <a:r>
              <a:rPr lang="en-GB" sz="1000" b="1" dirty="0"/>
              <a:t>2</a:t>
            </a:r>
            <a:r>
              <a:rPr lang="en-GB" sz="1000" dirty="0"/>
              <a:t> tests missed) vs </a:t>
            </a:r>
          </a:p>
          <a:p>
            <a:pPr marL="895335" lvl="1" indent="-285750" defTabSz="576000" eaLnBrk="0" fontAlgn="auto" hangingPunct="0">
              <a:lnSpc>
                <a:spcPct val="120000"/>
              </a:lnSpc>
              <a:spcBef>
                <a:spcPts val="0"/>
              </a:spcBef>
              <a:spcAft>
                <a:spcPts val="0"/>
              </a:spcAft>
              <a:buClr>
                <a:schemeClr val="tx2"/>
              </a:buClr>
              <a:buFont typeface="Wingdings" panose="05000000000000000000" pitchFamily="2" charset="2"/>
              <a:buChar char="q"/>
            </a:pPr>
            <a:r>
              <a:rPr lang="en-GB" sz="1000" b="1" dirty="0"/>
              <a:t>conservative* manual review </a:t>
            </a:r>
            <a:r>
              <a:rPr lang="en-GB" sz="1000" dirty="0"/>
              <a:t>(</a:t>
            </a:r>
            <a:r>
              <a:rPr lang="en-GB" sz="1000" b="1" dirty="0"/>
              <a:t>3.57h</a:t>
            </a:r>
            <a:r>
              <a:rPr lang="en-GB" sz="1000" dirty="0"/>
              <a:t> end-to-end review time, </a:t>
            </a:r>
            <a:r>
              <a:rPr lang="en-GB" sz="1000" b="1" dirty="0"/>
              <a:t>9</a:t>
            </a:r>
            <a:r>
              <a:rPr lang="en-GB" sz="1000" dirty="0"/>
              <a:t> tests missed)</a:t>
            </a:r>
          </a:p>
          <a:p>
            <a:pPr marL="285750" indent="-285750" defTabSz="576000" eaLnBrk="0" fontAlgn="auto" hangingPunct="0">
              <a:lnSpc>
                <a:spcPct val="120000"/>
              </a:lnSpc>
              <a:spcBef>
                <a:spcPts val="0"/>
              </a:spcBef>
              <a:spcAft>
                <a:spcPts val="0"/>
              </a:spcAft>
              <a:buClr>
                <a:schemeClr val="tx2"/>
              </a:buClr>
              <a:buFont typeface="Wingdings" panose="05000000000000000000" pitchFamily="2" charset="2"/>
              <a:buChar char="q"/>
            </a:pPr>
            <a:r>
              <a:rPr lang="en-GB" sz="1000" dirty="0"/>
              <a:t>Assumptions:</a:t>
            </a:r>
          </a:p>
          <a:p>
            <a:pPr marL="895335" lvl="1" indent="-285750" defTabSz="576000" eaLnBrk="0" fontAlgn="auto" hangingPunct="0">
              <a:lnSpc>
                <a:spcPct val="120000"/>
              </a:lnSpc>
              <a:spcBef>
                <a:spcPts val="0"/>
              </a:spcBef>
              <a:spcAft>
                <a:spcPts val="0"/>
              </a:spcAft>
              <a:buClr>
                <a:schemeClr val="tx2"/>
              </a:buClr>
              <a:buFont typeface="Wingdings" panose="05000000000000000000" pitchFamily="2" charset="2"/>
              <a:buChar char="q"/>
            </a:pPr>
            <a:r>
              <a:rPr lang="en-GB" sz="1000" dirty="0"/>
              <a:t>KPI is </a:t>
            </a:r>
            <a:r>
              <a:rPr lang="en-GB" sz="1000" b="1" dirty="0"/>
              <a:t>“find the important problems with good technical coverage”</a:t>
            </a:r>
          </a:p>
          <a:p>
            <a:pPr marL="895335" lvl="1" indent="-285750" defTabSz="576000" eaLnBrk="0" fontAlgn="auto" hangingPunct="0">
              <a:lnSpc>
                <a:spcPct val="120000"/>
              </a:lnSpc>
              <a:spcBef>
                <a:spcPts val="0"/>
              </a:spcBef>
              <a:spcAft>
                <a:spcPts val="0"/>
              </a:spcAft>
              <a:buClr>
                <a:schemeClr val="tx2"/>
              </a:buClr>
              <a:buFont typeface="Wingdings" panose="05000000000000000000" pitchFamily="2" charset="2"/>
              <a:buChar char="q"/>
            </a:pPr>
            <a:r>
              <a:rPr lang="en-GB" sz="1000" kern="0" dirty="0"/>
              <a:t>1 full wafer, 3 insertions to be reviewed separately</a:t>
            </a:r>
          </a:p>
          <a:p>
            <a:pPr marL="895335" lvl="1" indent="-285750" defTabSz="576000" eaLnBrk="0" fontAlgn="auto" hangingPunct="0">
              <a:lnSpc>
                <a:spcPct val="120000"/>
              </a:lnSpc>
              <a:spcBef>
                <a:spcPts val="0"/>
              </a:spcBef>
              <a:spcAft>
                <a:spcPts val="0"/>
              </a:spcAft>
              <a:buClr>
                <a:schemeClr val="tx2"/>
              </a:buClr>
              <a:buFont typeface="Wingdings" panose="05000000000000000000" pitchFamily="2" charset="2"/>
              <a:buChar char="q"/>
            </a:pPr>
            <a:r>
              <a:rPr lang="en-GB" sz="1000" kern="0" dirty="0"/>
              <a:t>1000 tests to be reviewed</a:t>
            </a:r>
          </a:p>
          <a:p>
            <a:pPr marL="895335" lvl="1" indent="-285750" defTabSz="576000" eaLnBrk="0" fontAlgn="auto" hangingPunct="0">
              <a:lnSpc>
                <a:spcPct val="120000"/>
              </a:lnSpc>
              <a:spcBef>
                <a:spcPts val="0"/>
              </a:spcBef>
              <a:spcAft>
                <a:spcPts val="0"/>
              </a:spcAft>
              <a:buClr>
                <a:schemeClr val="tx2"/>
              </a:buClr>
              <a:buFont typeface="Wingdings" panose="05000000000000000000" pitchFamily="2" charset="2"/>
              <a:buChar char="q"/>
            </a:pPr>
            <a:r>
              <a:rPr lang="en-GB" sz="1000" kern="0" baseline="0" dirty="0">
                <a:latin typeface="+mn-lt"/>
                <a:ea typeface="+mn-ea"/>
                <a:cs typeface="+mn-cs"/>
              </a:rPr>
              <a:t>2% problematic tests</a:t>
            </a:r>
            <a:r>
              <a:rPr lang="en-GB" sz="1000" kern="0" dirty="0"/>
              <a:t> </a:t>
            </a:r>
            <a:r>
              <a:rPr lang="en-GB" sz="1000" kern="0" dirty="0">
                <a:sym typeface="Wingdings" panose="05000000000000000000" pitchFamily="2" charset="2"/>
              </a:rPr>
              <a:t> 20 tests/1000 have real issues</a:t>
            </a:r>
          </a:p>
          <a:p>
            <a:pPr marL="895335" lvl="1" indent="-285750" defTabSz="576000" eaLnBrk="0" fontAlgn="auto" hangingPunct="0">
              <a:lnSpc>
                <a:spcPct val="120000"/>
              </a:lnSpc>
              <a:spcBef>
                <a:spcPts val="0"/>
              </a:spcBef>
              <a:spcAft>
                <a:spcPts val="0"/>
              </a:spcAft>
              <a:buClr>
                <a:schemeClr val="tx2"/>
              </a:buClr>
              <a:buFont typeface="Wingdings" panose="05000000000000000000" pitchFamily="2" charset="2"/>
              <a:buChar char="q"/>
            </a:pPr>
            <a:r>
              <a:rPr lang="en-GB" sz="1000" kern="0" baseline="0" dirty="0">
                <a:latin typeface="+mn-lt"/>
                <a:ea typeface="+mn-ea"/>
                <a:cs typeface="+mn-cs"/>
                <a:sym typeface="Wingdings" panose="05000000000000000000" pitchFamily="2" charset="2"/>
              </a:rPr>
              <a:t>* </a:t>
            </a:r>
            <a:r>
              <a:rPr lang="en-GB" sz="1000" b="1" kern="0" baseline="0" dirty="0">
                <a:latin typeface="+mn-lt"/>
                <a:ea typeface="+mn-ea"/>
                <a:cs typeface="+mn-cs"/>
                <a:sym typeface="Wingdings" panose="05000000000000000000" pitchFamily="2" charset="2"/>
              </a:rPr>
              <a:t>conservative</a:t>
            </a:r>
            <a:r>
              <a:rPr lang="en-GB" sz="1000" kern="0" baseline="0" dirty="0">
                <a:latin typeface="+mn-lt"/>
                <a:ea typeface="+mn-ea"/>
                <a:cs typeface="+mn-cs"/>
                <a:sym typeface="Wingdings" panose="05000000000000000000" pitchFamily="2" charset="2"/>
              </a:rPr>
              <a:t> = using a data visualization tool while focussing on failing tests, </a:t>
            </a:r>
            <a:r>
              <a:rPr lang="en-GB" sz="1000" kern="0" baseline="0" dirty="0" err="1">
                <a:latin typeface="+mn-lt"/>
                <a:ea typeface="+mn-ea"/>
                <a:cs typeface="+mn-cs"/>
                <a:sym typeface="Wingdings" panose="05000000000000000000" pitchFamily="2" charset="2"/>
              </a:rPr>
              <a:t>Cpk</a:t>
            </a:r>
            <a:r>
              <a:rPr lang="en-GB" sz="1000" kern="0" baseline="0" dirty="0">
                <a:latin typeface="+mn-lt"/>
                <a:ea typeface="+mn-ea"/>
                <a:cs typeface="+mn-cs"/>
                <a:sym typeface="Wingdings" panose="05000000000000000000" pitchFamily="2" charset="2"/>
              </a:rPr>
              <a:t> issues and checking only key parameter tests one by one</a:t>
            </a:r>
            <a:endParaRPr lang="en-US" sz="1000" kern="0" baseline="0" dirty="0">
              <a:latin typeface="+mn-lt"/>
              <a:ea typeface="+mn-ea"/>
              <a:cs typeface="+mn-cs"/>
            </a:endParaRPr>
          </a:p>
        </p:txBody>
      </p:sp>
      <p:pic>
        <p:nvPicPr>
          <p:cNvPr id="11" name="Picture 10">
            <a:extLst>
              <a:ext uri="{FF2B5EF4-FFF2-40B4-BE49-F238E27FC236}">
                <a16:creationId xmlns:a16="http://schemas.microsoft.com/office/drawing/2014/main" id="{97D9FC27-8C6F-47DB-A961-7D9EE2DB28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0912" y="3070206"/>
            <a:ext cx="8429384" cy="3311544"/>
          </a:xfrm>
          <a:prstGeom prst="rect">
            <a:avLst/>
          </a:prstGeom>
        </p:spPr>
      </p:pic>
    </p:spTree>
    <p:extLst>
      <p:ext uri="{BB962C8B-B14F-4D97-AF65-F5344CB8AC3E}">
        <p14:creationId xmlns:p14="http://schemas.microsoft.com/office/powerpoint/2010/main" val="5916848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53AF0C9-9303-4693-B70D-F074E2523C63}"/>
              </a:ext>
            </a:extLst>
          </p:cNvPr>
          <p:cNvSpPr>
            <a:spLocks noGrp="1"/>
          </p:cNvSpPr>
          <p:nvPr>
            <p:ph type="title"/>
          </p:nvPr>
        </p:nvSpPr>
        <p:spPr/>
        <p:txBody>
          <a:bodyPr/>
          <a:lstStyle/>
          <a:p>
            <a:r>
              <a:rPr lang="de-DE" dirty="0"/>
              <a:t>Summary</a:t>
            </a:r>
            <a:endParaRPr lang="en-US" dirty="0"/>
          </a:p>
        </p:txBody>
      </p:sp>
      <p:sp>
        <p:nvSpPr>
          <p:cNvPr id="5" name="TextBox 4">
            <a:extLst>
              <a:ext uri="{FF2B5EF4-FFF2-40B4-BE49-F238E27FC236}">
                <a16:creationId xmlns:a16="http://schemas.microsoft.com/office/drawing/2014/main" id="{C023F7A8-CC45-4538-B8BC-78562013D646}"/>
              </a:ext>
            </a:extLst>
          </p:cNvPr>
          <p:cNvSpPr txBox="1"/>
          <p:nvPr/>
        </p:nvSpPr>
        <p:spPr bwMode="auto">
          <a:xfrm>
            <a:off x="353100" y="1268413"/>
            <a:ext cx="10279404" cy="3078600"/>
          </a:xfrm>
          <a:prstGeom prst="rect">
            <a:avLst/>
          </a:prstGeom>
          <a:ln>
            <a:headEnd/>
            <a:tailEnd/>
          </a:ln>
        </p:spPr>
        <p:style>
          <a:lnRef idx="2">
            <a:schemeClr val="accent1"/>
          </a:lnRef>
          <a:fillRef idx="1">
            <a:schemeClr val="lt1"/>
          </a:fillRef>
          <a:effectRef idx="0">
            <a:schemeClr val="accent1"/>
          </a:effectRef>
          <a:fontRef idx="minor">
            <a:schemeClr val="dk1"/>
          </a:fontRef>
        </p:style>
        <p:txBody>
          <a:bodyPr wrap="square" lIns="0" tIns="0" rIns="0" bIns="0" rtlCol="0" anchor="t" anchorCtr="0">
            <a:spAutoFit/>
          </a:bodyPr>
          <a:lstStyle/>
          <a:p>
            <a:pPr marL="252000" indent="-252000" defTabSz="576000" eaLnBrk="0" fontAlgn="auto" hangingPunct="0">
              <a:lnSpc>
                <a:spcPct val="120000"/>
              </a:lnSpc>
              <a:spcBef>
                <a:spcPts val="0"/>
              </a:spcBef>
              <a:spcAft>
                <a:spcPts val="0"/>
              </a:spcAft>
              <a:buClr>
                <a:schemeClr val="tx2"/>
              </a:buClr>
              <a:buFont typeface="Arial" panose="020B0604020202020204" pitchFamily="34" charset="0"/>
              <a:buChar char="‒"/>
            </a:pPr>
            <a:r>
              <a:rPr lang="en-GB" kern="0" dirty="0">
                <a:latin typeface="+mn-lt"/>
              </a:rPr>
              <a:t>The Test Data Reviewer has now been deployed to the team for operational use</a:t>
            </a:r>
          </a:p>
          <a:p>
            <a:pPr marL="252000" indent="-252000" defTabSz="576000" eaLnBrk="0" fontAlgn="auto" hangingPunct="0">
              <a:lnSpc>
                <a:spcPct val="120000"/>
              </a:lnSpc>
              <a:spcBef>
                <a:spcPts val="0"/>
              </a:spcBef>
              <a:spcAft>
                <a:spcPts val="0"/>
              </a:spcAft>
              <a:buClr>
                <a:schemeClr val="tx2"/>
              </a:buClr>
              <a:buFont typeface="Arial" panose="020B0604020202020204" pitchFamily="34" charset="0"/>
              <a:buChar char="‒"/>
            </a:pPr>
            <a:endParaRPr lang="en-GB" kern="0" dirty="0">
              <a:latin typeface="+mn-lt"/>
            </a:endParaRPr>
          </a:p>
          <a:p>
            <a:pPr marL="252000" indent="-252000" defTabSz="576000" eaLnBrk="0" fontAlgn="auto" hangingPunct="0">
              <a:lnSpc>
                <a:spcPct val="120000"/>
              </a:lnSpc>
              <a:spcBef>
                <a:spcPts val="0"/>
              </a:spcBef>
              <a:spcAft>
                <a:spcPts val="0"/>
              </a:spcAft>
              <a:buClr>
                <a:schemeClr val="tx2"/>
              </a:buClr>
              <a:buFont typeface="Arial" panose="020B0604020202020204" pitchFamily="34" charset="0"/>
              <a:buChar char="‒"/>
            </a:pPr>
            <a:r>
              <a:rPr lang="en-GB" kern="0" dirty="0">
                <a:latin typeface="+mn-lt"/>
              </a:rPr>
              <a:t>The tool automates and standardizes large parts of the review workflow previously handled manually</a:t>
            </a:r>
          </a:p>
          <a:p>
            <a:pPr marL="252000" indent="-252000" defTabSz="576000" eaLnBrk="0" fontAlgn="auto" hangingPunct="0">
              <a:lnSpc>
                <a:spcPct val="120000"/>
              </a:lnSpc>
              <a:spcBef>
                <a:spcPts val="0"/>
              </a:spcBef>
              <a:spcAft>
                <a:spcPts val="0"/>
              </a:spcAft>
              <a:buClr>
                <a:schemeClr val="tx2"/>
              </a:buClr>
              <a:buFont typeface="Arial" panose="020B0604020202020204" pitchFamily="34" charset="0"/>
              <a:buChar char="‒"/>
            </a:pPr>
            <a:endParaRPr lang="en-GB" kern="0" dirty="0">
              <a:latin typeface="+mn-lt"/>
            </a:endParaRPr>
          </a:p>
          <a:p>
            <a:pPr marL="252000" indent="-252000" defTabSz="576000" eaLnBrk="0" fontAlgn="auto" hangingPunct="0">
              <a:lnSpc>
                <a:spcPct val="120000"/>
              </a:lnSpc>
              <a:spcBef>
                <a:spcPts val="0"/>
              </a:spcBef>
              <a:spcAft>
                <a:spcPts val="0"/>
              </a:spcAft>
              <a:buClr>
                <a:schemeClr val="tx2"/>
              </a:buClr>
              <a:buFont typeface="Arial" panose="020B0604020202020204" pitchFamily="34" charset="0"/>
              <a:buChar char="‒"/>
            </a:pPr>
            <a:r>
              <a:rPr lang="en-GB" kern="0" dirty="0">
                <a:latin typeface="+mn-lt"/>
              </a:rPr>
              <a:t>Key benefits include </a:t>
            </a:r>
            <a:r>
              <a:rPr lang="en-GB" b="1" kern="0" dirty="0">
                <a:solidFill>
                  <a:srgbClr val="00B050"/>
                </a:solidFill>
              </a:rPr>
              <a:t>consistency, </a:t>
            </a:r>
            <a:r>
              <a:rPr lang="en-GB" b="1" kern="0" dirty="0">
                <a:solidFill>
                  <a:srgbClr val="00B050"/>
                </a:solidFill>
                <a:latin typeface="+mn-lt"/>
              </a:rPr>
              <a:t>reduced review time (higher productivity), improved repeatability</a:t>
            </a:r>
            <a:r>
              <a:rPr lang="en-GB" kern="0" dirty="0">
                <a:latin typeface="+mn-lt"/>
              </a:rPr>
              <a:t>, and </a:t>
            </a:r>
            <a:r>
              <a:rPr lang="en-GB" b="1" kern="0" dirty="0">
                <a:solidFill>
                  <a:srgbClr val="00B050"/>
                </a:solidFill>
                <a:latin typeface="+mn-lt"/>
              </a:rPr>
              <a:t>better review coverage </a:t>
            </a:r>
            <a:r>
              <a:rPr lang="en-GB" kern="0" dirty="0"/>
              <a:t>in test data analysis</a:t>
            </a:r>
            <a:endParaRPr lang="en-GB" kern="0" dirty="0">
              <a:latin typeface="+mn-lt"/>
            </a:endParaRPr>
          </a:p>
          <a:p>
            <a:pPr marL="252000" indent="-252000" defTabSz="576000" eaLnBrk="0" fontAlgn="auto" hangingPunct="0">
              <a:lnSpc>
                <a:spcPct val="120000"/>
              </a:lnSpc>
              <a:spcBef>
                <a:spcPts val="0"/>
              </a:spcBef>
              <a:spcAft>
                <a:spcPts val="0"/>
              </a:spcAft>
              <a:buClr>
                <a:schemeClr val="tx2"/>
              </a:buClr>
              <a:buFont typeface="Arial" panose="020B0604020202020204" pitchFamily="34" charset="0"/>
              <a:buChar char="‒"/>
            </a:pPr>
            <a:endParaRPr lang="en-GB" kern="0" dirty="0">
              <a:latin typeface="+mn-lt"/>
            </a:endParaRPr>
          </a:p>
          <a:p>
            <a:pPr marL="252000" indent="-252000" defTabSz="576000" eaLnBrk="0" fontAlgn="auto" hangingPunct="0">
              <a:lnSpc>
                <a:spcPct val="120000"/>
              </a:lnSpc>
              <a:spcBef>
                <a:spcPts val="0"/>
              </a:spcBef>
              <a:spcAft>
                <a:spcPts val="0"/>
              </a:spcAft>
              <a:buClr>
                <a:schemeClr val="tx2"/>
              </a:buClr>
              <a:buFont typeface="Arial" panose="020B0604020202020204" pitchFamily="34" charset="0"/>
              <a:buChar char="‒"/>
            </a:pPr>
            <a:r>
              <a:rPr lang="en-GB" kern="0" dirty="0">
                <a:latin typeface="+mn-lt"/>
              </a:rPr>
              <a:t>The current solution already provides a solid baseline for further technical extension and user-driven improvement</a:t>
            </a:r>
          </a:p>
          <a:p>
            <a:pPr marL="252000" indent="-252000" defTabSz="576000" eaLnBrk="0" fontAlgn="auto" hangingPunct="0">
              <a:lnSpc>
                <a:spcPct val="120000"/>
              </a:lnSpc>
              <a:spcBef>
                <a:spcPts val="0"/>
              </a:spcBef>
              <a:spcAft>
                <a:spcPts val="0"/>
              </a:spcAft>
              <a:buClr>
                <a:schemeClr val="tx2"/>
              </a:buClr>
              <a:buFont typeface="Arial" panose="020B0604020202020204" pitchFamily="34" charset="0"/>
              <a:buChar char="‒"/>
            </a:pPr>
            <a:endParaRPr lang="en-GB" kern="0" baseline="0" dirty="0">
              <a:ea typeface="+mn-ea"/>
              <a:cs typeface="+mn-cs"/>
            </a:endParaRPr>
          </a:p>
          <a:p>
            <a:pPr marL="252000" indent="-252000" defTabSz="576000" eaLnBrk="0" fontAlgn="auto" hangingPunct="0">
              <a:lnSpc>
                <a:spcPct val="120000"/>
              </a:lnSpc>
              <a:spcBef>
                <a:spcPts val="0"/>
              </a:spcBef>
              <a:spcAft>
                <a:spcPts val="0"/>
              </a:spcAft>
              <a:buClr>
                <a:schemeClr val="tx2"/>
              </a:buClr>
              <a:buFont typeface="Arial" panose="020B0604020202020204" pitchFamily="34" charset="0"/>
              <a:buChar char="‒"/>
            </a:pPr>
            <a:r>
              <a:rPr lang="en-GB" kern="0" dirty="0"/>
              <a:t>The team now has a practical and reusable solution that supports faster and more structured decision-making</a:t>
            </a:r>
          </a:p>
          <a:p>
            <a:pPr marL="252000" indent="-252000" defTabSz="576000" eaLnBrk="0" fontAlgn="auto" hangingPunct="0">
              <a:lnSpc>
                <a:spcPct val="120000"/>
              </a:lnSpc>
              <a:spcBef>
                <a:spcPts val="0"/>
              </a:spcBef>
              <a:spcAft>
                <a:spcPts val="0"/>
              </a:spcAft>
              <a:buClr>
                <a:schemeClr val="tx2"/>
              </a:buClr>
              <a:buFont typeface="Arial" panose="020B0604020202020204" pitchFamily="34" charset="0"/>
              <a:buChar char="‒"/>
            </a:pPr>
            <a:endParaRPr lang="en-GB" kern="0" baseline="0" dirty="0">
              <a:latin typeface="+mn-lt"/>
              <a:ea typeface="+mn-ea"/>
              <a:cs typeface="+mn-cs"/>
            </a:endParaRPr>
          </a:p>
          <a:p>
            <a:pPr marL="252000" indent="-252000" defTabSz="576000" eaLnBrk="0" fontAlgn="auto" hangingPunct="0">
              <a:lnSpc>
                <a:spcPct val="120000"/>
              </a:lnSpc>
              <a:spcBef>
                <a:spcPts val="0"/>
              </a:spcBef>
              <a:spcAft>
                <a:spcPts val="0"/>
              </a:spcAft>
              <a:buClr>
                <a:schemeClr val="tx2"/>
              </a:buClr>
              <a:buFont typeface="Arial" panose="020B0604020202020204" pitchFamily="34" charset="0"/>
              <a:buChar char="‒"/>
            </a:pPr>
            <a:r>
              <a:rPr lang="en-GB" kern="0" dirty="0"/>
              <a:t>The tool is currently tailored for </a:t>
            </a:r>
            <a:r>
              <a:rPr lang="en-GB" b="1" kern="0" dirty="0"/>
              <a:t>CTRX</a:t>
            </a:r>
            <a:r>
              <a:rPr lang="en-GB" kern="0" dirty="0"/>
              <a:t> test data but can be extended to other product lines as well</a:t>
            </a:r>
            <a:endParaRPr lang="en-US" kern="0" baseline="0" dirty="0">
              <a:latin typeface="+mn-lt"/>
              <a:ea typeface="+mn-ea"/>
              <a:cs typeface="+mn-cs"/>
            </a:endParaRPr>
          </a:p>
        </p:txBody>
      </p:sp>
    </p:spTree>
    <p:extLst>
      <p:ext uri="{BB962C8B-B14F-4D97-AF65-F5344CB8AC3E}">
        <p14:creationId xmlns:p14="http://schemas.microsoft.com/office/powerpoint/2010/main" val="4972109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5FE1B41-106F-A5A3-8CF7-8437FF07B9D5}"/>
              </a:ext>
            </a:extLst>
          </p:cNvPr>
          <p:cNvSpPr>
            <a:spLocks noGrp="1"/>
          </p:cNvSpPr>
          <p:nvPr>
            <p:ph type="title" hasCustomPrompt="1"/>
          </p:nvPr>
        </p:nvSpPr>
        <p:spPr/>
        <p:txBody>
          <a:bodyPr/>
          <a:lstStyle/>
          <a:p>
            <a:r>
              <a:rPr lang="en-US" dirty="0"/>
              <a:t>Outlook</a:t>
            </a:r>
          </a:p>
        </p:txBody>
      </p:sp>
      <p:sp>
        <p:nvSpPr>
          <p:cNvPr id="22" name="Rectangle 20">
            <a:extLst>
              <a:ext uri="{FF2B5EF4-FFF2-40B4-BE49-F238E27FC236}">
                <a16:creationId xmlns:a16="http://schemas.microsoft.com/office/drawing/2014/main" id="{4F0256F5-19B3-3754-6280-8F084EC729C1}"/>
              </a:ext>
            </a:extLst>
          </p:cNvPr>
          <p:cNvSpPr/>
          <p:nvPr/>
        </p:nvSpPr>
        <p:spPr>
          <a:xfrm>
            <a:off x="1182749" y="1803400"/>
            <a:ext cx="697627" cy="394210"/>
          </a:xfrm>
          <a:prstGeom prst="rect">
            <a:avLst/>
          </a:prstGeom>
        </p:spPr>
        <p:txBody>
          <a:bodyPr vert="horz" lIns="0" tIns="0" rIns="0" bIns="0" rtlCol="0" anchor="ctr">
            <a:noAutofit/>
          </a:bodyPr>
          <a:lstStyle/>
          <a:p>
            <a:pPr algn="ctr" defTabSz="576000">
              <a:lnSpc>
                <a:spcPct val="120000"/>
              </a:lnSpc>
              <a:spcBef>
                <a:spcPts val="0"/>
              </a:spcBef>
              <a:spcAft>
                <a:spcPts val="0"/>
              </a:spcAft>
              <a:buClr>
                <a:schemeClr val="tx2"/>
              </a:buClr>
              <a:buSzPct val="100000"/>
            </a:pPr>
            <a:r>
              <a:rPr lang="en-US" sz="1500" b="1" dirty="0">
                <a:solidFill>
                  <a:schemeClr val="dk1"/>
                </a:solidFill>
                <a:latin typeface="+mn-lt"/>
              </a:rPr>
              <a:t>03/2026</a:t>
            </a:r>
          </a:p>
        </p:txBody>
      </p:sp>
      <p:sp>
        <p:nvSpPr>
          <p:cNvPr id="25" name="Rectangle 23">
            <a:extLst>
              <a:ext uri="{FF2B5EF4-FFF2-40B4-BE49-F238E27FC236}">
                <a16:creationId xmlns:a16="http://schemas.microsoft.com/office/drawing/2014/main" id="{ADF75D53-437D-C2A2-C444-730A619E8E64}"/>
              </a:ext>
            </a:extLst>
          </p:cNvPr>
          <p:cNvSpPr/>
          <p:nvPr/>
        </p:nvSpPr>
        <p:spPr>
          <a:xfrm>
            <a:off x="7721216" y="1803400"/>
            <a:ext cx="1309304" cy="394210"/>
          </a:xfrm>
          <a:prstGeom prst="rect">
            <a:avLst/>
          </a:prstGeom>
        </p:spPr>
        <p:txBody>
          <a:bodyPr vert="horz" lIns="0" tIns="0" rIns="0" bIns="0" rtlCol="0" anchor="ctr">
            <a:noAutofit/>
          </a:bodyPr>
          <a:lstStyle/>
          <a:p>
            <a:pPr algn="ctr" defTabSz="576000">
              <a:lnSpc>
                <a:spcPct val="120000"/>
              </a:lnSpc>
              <a:spcBef>
                <a:spcPts val="0"/>
              </a:spcBef>
              <a:spcAft>
                <a:spcPts val="0"/>
              </a:spcAft>
              <a:buClr>
                <a:schemeClr val="tx2"/>
              </a:buClr>
              <a:buSzPct val="100000"/>
            </a:pPr>
            <a:r>
              <a:rPr lang="en-US" sz="1500" b="1" dirty="0">
                <a:solidFill>
                  <a:schemeClr val="dk1"/>
                </a:solidFill>
                <a:latin typeface="+mn-lt"/>
              </a:rPr>
              <a:t>08/2026 latest</a:t>
            </a:r>
          </a:p>
        </p:txBody>
      </p:sp>
      <p:cxnSp>
        <p:nvCxnSpPr>
          <p:cNvPr id="27" name="Straight Connector 26">
            <a:extLst>
              <a:ext uri="{FF2B5EF4-FFF2-40B4-BE49-F238E27FC236}">
                <a16:creationId xmlns:a16="http://schemas.microsoft.com/office/drawing/2014/main" id="{C4724D8D-6730-F91B-AA3D-E8EBAC48B8AA}"/>
              </a:ext>
            </a:extLst>
          </p:cNvPr>
          <p:cNvCxnSpPr/>
          <p:nvPr/>
        </p:nvCxnSpPr>
        <p:spPr>
          <a:xfrm flipH="1" flipV="1">
            <a:off x="1531563" y="2717800"/>
            <a:ext cx="0" cy="508000"/>
          </a:xfrm>
          <a:prstGeom prst="line">
            <a:avLst/>
          </a:prstGeom>
          <a:ln w="9525" cmpd="sng">
            <a:solidFill>
              <a:srgbClr val="DCD5D7"/>
            </a:solidFill>
          </a:ln>
          <a:effectLst/>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53DAA94A-8EA6-13C3-C2A1-85C654F74368}"/>
              </a:ext>
            </a:extLst>
          </p:cNvPr>
          <p:cNvCxnSpPr/>
          <p:nvPr/>
        </p:nvCxnSpPr>
        <p:spPr>
          <a:xfrm flipH="1" flipV="1">
            <a:off x="3812997" y="2717800"/>
            <a:ext cx="0" cy="508000"/>
          </a:xfrm>
          <a:prstGeom prst="line">
            <a:avLst/>
          </a:prstGeom>
          <a:ln w="9525" cmpd="sng">
            <a:solidFill>
              <a:srgbClr val="B8DEDA"/>
            </a:solidFill>
          </a:ln>
          <a:effectLst/>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2BE92E84-1FF5-F957-2B88-CED319B571FF}"/>
              </a:ext>
            </a:extLst>
          </p:cNvPr>
          <p:cNvCxnSpPr>
            <a:cxnSpLocks/>
          </p:cNvCxnSpPr>
          <p:nvPr/>
        </p:nvCxnSpPr>
        <p:spPr>
          <a:xfrm flipH="1" flipV="1">
            <a:off x="6094434" y="2717800"/>
            <a:ext cx="0" cy="508000"/>
          </a:xfrm>
          <a:prstGeom prst="line">
            <a:avLst/>
          </a:prstGeom>
          <a:ln w="9525" cmpd="sng">
            <a:solidFill>
              <a:srgbClr val="6CB4AD"/>
            </a:solidFill>
          </a:ln>
          <a:effectLst/>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A567F47A-3082-4D88-4C66-5FF0E4043770}"/>
              </a:ext>
            </a:extLst>
          </p:cNvPr>
          <p:cNvCxnSpPr/>
          <p:nvPr/>
        </p:nvCxnSpPr>
        <p:spPr>
          <a:xfrm flipH="1" flipV="1">
            <a:off x="8375869" y="2717800"/>
            <a:ext cx="0" cy="508000"/>
          </a:xfrm>
          <a:prstGeom prst="line">
            <a:avLst/>
          </a:prstGeom>
          <a:ln w="9525" cmpd="sng">
            <a:solidFill>
              <a:srgbClr val="3B9B91"/>
            </a:solidFill>
          </a:ln>
          <a:effectLst/>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1F1144F4-C760-687A-FE51-8575861E271D}"/>
              </a:ext>
            </a:extLst>
          </p:cNvPr>
          <p:cNvCxnSpPr/>
          <p:nvPr/>
        </p:nvCxnSpPr>
        <p:spPr>
          <a:xfrm flipH="1" flipV="1">
            <a:off x="10657305" y="2717800"/>
            <a:ext cx="0" cy="508000"/>
          </a:xfrm>
          <a:prstGeom prst="line">
            <a:avLst/>
          </a:prstGeom>
          <a:ln w="9525" cmpd="sng">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6" name="Chevron 13">
            <a:extLst>
              <a:ext uri="{FF2B5EF4-FFF2-40B4-BE49-F238E27FC236}">
                <a16:creationId xmlns:a16="http://schemas.microsoft.com/office/drawing/2014/main" id="{C1A46869-841B-8167-CCE6-8D0F9C582655}"/>
              </a:ext>
            </a:extLst>
          </p:cNvPr>
          <p:cNvSpPr/>
          <p:nvPr/>
        </p:nvSpPr>
        <p:spPr>
          <a:xfrm>
            <a:off x="9460176" y="2311400"/>
            <a:ext cx="2394258" cy="457370"/>
          </a:xfrm>
          <a:prstGeom prst="chevron">
            <a:avLst>
              <a:gd name="adj" fmla="val 32323"/>
            </a:avLst>
          </a:prstGeom>
          <a:solidFill>
            <a:schemeClr val="accent1"/>
          </a:solidFill>
          <a:ln w="3810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200">
              <a:solidFill>
                <a:schemeClr val="tx1"/>
              </a:solidFill>
            </a:endParaRPr>
          </a:p>
        </p:txBody>
      </p:sp>
      <p:sp>
        <p:nvSpPr>
          <p:cNvPr id="7" name="Oval 45">
            <a:extLst>
              <a:ext uri="{FF2B5EF4-FFF2-40B4-BE49-F238E27FC236}">
                <a16:creationId xmlns:a16="http://schemas.microsoft.com/office/drawing/2014/main" id="{0FA5901D-7F01-9C41-E02A-6967776D52E0}"/>
              </a:ext>
            </a:extLst>
          </p:cNvPr>
          <p:cNvSpPr/>
          <p:nvPr/>
        </p:nvSpPr>
        <p:spPr>
          <a:xfrm>
            <a:off x="10592335" y="2461255"/>
            <a:ext cx="129939" cy="129939"/>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200">
              <a:solidFill>
                <a:schemeClr val="tx1"/>
              </a:solidFill>
            </a:endParaRPr>
          </a:p>
        </p:txBody>
      </p:sp>
      <p:sp>
        <p:nvSpPr>
          <p:cNvPr id="9" name="Chevron 12">
            <a:extLst>
              <a:ext uri="{FF2B5EF4-FFF2-40B4-BE49-F238E27FC236}">
                <a16:creationId xmlns:a16="http://schemas.microsoft.com/office/drawing/2014/main" id="{607EC530-31E5-F519-8CA0-D9321B83D8A7}"/>
              </a:ext>
            </a:extLst>
          </p:cNvPr>
          <p:cNvSpPr/>
          <p:nvPr/>
        </p:nvSpPr>
        <p:spPr>
          <a:xfrm>
            <a:off x="7178740" y="2311400"/>
            <a:ext cx="2394258" cy="457370"/>
          </a:xfrm>
          <a:prstGeom prst="chevron">
            <a:avLst>
              <a:gd name="adj" fmla="val 32323"/>
            </a:avLst>
          </a:prstGeom>
          <a:solidFill>
            <a:srgbClr val="3B9B91"/>
          </a:solidFill>
          <a:ln w="3810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200">
              <a:solidFill>
                <a:schemeClr val="tx1"/>
              </a:solidFill>
            </a:endParaRPr>
          </a:p>
        </p:txBody>
      </p:sp>
      <p:sp>
        <p:nvSpPr>
          <p:cNvPr id="10" name="Oval 44">
            <a:extLst>
              <a:ext uri="{FF2B5EF4-FFF2-40B4-BE49-F238E27FC236}">
                <a16:creationId xmlns:a16="http://schemas.microsoft.com/office/drawing/2014/main" id="{BF689FD3-C950-5AD6-7ABF-EC8D09C4F72E}"/>
              </a:ext>
            </a:extLst>
          </p:cNvPr>
          <p:cNvSpPr/>
          <p:nvPr/>
        </p:nvSpPr>
        <p:spPr>
          <a:xfrm>
            <a:off x="8310899" y="2461255"/>
            <a:ext cx="129939" cy="129939"/>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200">
              <a:solidFill>
                <a:schemeClr val="tx1"/>
              </a:solidFill>
            </a:endParaRPr>
          </a:p>
        </p:txBody>
      </p:sp>
      <p:sp>
        <p:nvSpPr>
          <p:cNvPr id="12" name="Chevron 11">
            <a:extLst>
              <a:ext uri="{FF2B5EF4-FFF2-40B4-BE49-F238E27FC236}">
                <a16:creationId xmlns:a16="http://schemas.microsoft.com/office/drawing/2014/main" id="{332949E9-570A-5653-DE65-B2C053419632}"/>
              </a:ext>
            </a:extLst>
          </p:cNvPr>
          <p:cNvSpPr/>
          <p:nvPr/>
        </p:nvSpPr>
        <p:spPr>
          <a:xfrm>
            <a:off x="4897305" y="2311400"/>
            <a:ext cx="2394258" cy="457370"/>
          </a:xfrm>
          <a:prstGeom prst="chevron">
            <a:avLst>
              <a:gd name="adj" fmla="val 32323"/>
            </a:avLst>
          </a:prstGeom>
          <a:solidFill>
            <a:srgbClr val="6CB4AD"/>
          </a:solidFill>
          <a:ln w="3810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200">
              <a:solidFill>
                <a:schemeClr val="tx1"/>
              </a:solidFill>
            </a:endParaRPr>
          </a:p>
        </p:txBody>
      </p:sp>
      <p:sp>
        <p:nvSpPr>
          <p:cNvPr id="13" name="Oval 43">
            <a:extLst>
              <a:ext uri="{FF2B5EF4-FFF2-40B4-BE49-F238E27FC236}">
                <a16:creationId xmlns:a16="http://schemas.microsoft.com/office/drawing/2014/main" id="{B46BBD96-3766-9484-24EE-1655432A2DAC}"/>
              </a:ext>
            </a:extLst>
          </p:cNvPr>
          <p:cNvSpPr/>
          <p:nvPr/>
        </p:nvSpPr>
        <p:spPr>
          <a:xfrm>
            <a:off x="6029464" y="2461255"/>
            <a:ext cx="129939" cy="129939"/>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200">
              <a:solidFill>
                <a:schemeClr val="tx1"/>
              </a:solidFill>
            </a:endParaRPr>
          </a:p>
        </p:txBody>
      </p:sp>
      <p:sp>
        <p:nvSpPr>
          <p:cNvPr id="15" name="Chevron 10">
            <a:extLst>
              <a:ext uri="{FF2B5EF4-FFF2-40B4-BE49-F238E27FC236}">
                <a16:creationId xmlns:a16="http://schemas.microsoft.com/office/drawing/2014/main" id="{A3F1BDB7-739F-8F72-93A4-398DD855DFE4}"/>
              </a:ext>
            </a:extLst>
          </p:cNvPr>
          <p:cNvSpPr/>
          <p:nvPr/>
        </p:nvSpPr>
        <p:spPr>
          <a:xfrm>
            <a:off x="2615869" y="2311400"/>
            <a:ext cx="2394258" cy="457370"/>
          </a:xfrm>
          <a:prstGeom prst="chevron">
            <a:avLst>
              <a:gd name="adj" fmla="val 32323"/>
            </a:avLst>
          </a:prstGeom>
          <a:solidFill>
            <a:srgbClr val="B8DEDA"/>
          </a:solidFill>
          <a:ln w="3810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200">
              <a:solidFill>
                <a:schemeClr val="tx1"/>
              </a:solidFill>
            </a:endParaRPr>
          </a:p>
        </p:txBody>
      </p:sp>
      <p:sp>
        <p:nvSpPr>
          <p:cNvPr id="16" name="Oval 42">
            <a:extLst>
              <a:ext uri="{FF2B5EF4-FFF2-40B4-BE49-F238E27FC236}">
                <a16:creationId xmlns:a16="http://schemas.microsoft.com/office/drawing/2014/main" id="{AA45B6A1-C4EB-4E86-6ECA-35A2141476A4}"/>
              </a:ext>
            </a:extLst>
          </p:cNvPr>
          <p:cNvSpPr/>
          <p:nvPr/>
        </p:nvSpPr>
        <p:spPr>
          <a:xfrm>
            <a:off x="3748028" y="2461255"/>
            <a:ext cx="129939" cy="129939"/>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200">
              <a:solidFill>
                <a:schemeClr val="tx1"/>
              </a:solidFill>
            </a:endParaRPr>
          </a:p>
        </p:txBody>
      </p:sp>
      <p:sp>
        <p:nvSpPr>
          <p:cNvPr id="38" name="Chevron 4">
            <a:extLst>
              <a:ext uri="{FF2B5EF4-FFF2-40B4-BE49-F238E27FC236}">
                <a16:creationId xmlns:a16="http://schemas.microsoft.com/office/drawing/2014/main" id="{D221C908-92D3-77D9-A6AC-2C75B76909F8}"/>
              </a:ext>
            </a:extLst>
          </p:cNvPr>
          <p:cNvSpPr/>
          <p:nvPr/>
        </p:nvSpPr>
        <p:spPr>
          <a:xfrm>
            <a:off x="334434" y="2311400"/>
            <a:ext cx="2394258" cy="457370"/>
          </a:xfrm>
          <a:prstGeom prst="chevron">
            <a:avLst>
              <a:gd name="adj" fmla="val 32323"/>
            </a:avLst>
          </a:prstGeom>
          <a:solidFill>
            <a:srgbClr val="DCD5D7"/>
          </a:solidFill>
          <a:ln w="3810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200">
              <a:ln w="0"/>
              <a:solidFill>
                <a:schemeClr val="tx1"/>
              </a:solidFill>
              <a:effectLst>
                <a:outerShdw blurRad="38100" dist="19050" dir="2700000" algn="tl" rotWithShape="0">
                  <a:schemeClr val="dk1">
                    <a:alpha val="40000"/>
                  </a:schemeClr>
                </a:outerShdw>
              </a:effectLst>
            </a:endParaRPr>
          </a:p>
        </p:txBody>
      </p:sp>
      <p:sp>
        <p:nvSpPr>
          <p:cNvPr id="39" name="Oval 41">
            <a:extLst>
              <a:ext uri="{FF2B5EF4-FFF2-40B4-BE49-F238E27FC236}">
                <a16:creationId xmlns:a16="http://schemas.microsoft.com/office/drawing/2014/main" id="{BE707798-8A54-A917-7DBF-E4A656385D40}"/>
              </a:ext>
            </a:extLst>
          </p:cNvPr>
          <p:cNvSpPr/>
          <p:nvPr/>
        </p:nvSpPr>
        <p:spPr>
          <a:xfrm>
            <a:off x="1466593" y="2461255"/>
            <a:ext cx="129939" cy="129939"/>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200"/>
          </a:p>
        </p:txBody>
      </p:sp>
      <p:sp>
        <p:nvSpPr>
          <p:cNvPr id="58" name="TextBox">
            <a:extLst>
              <a:ext uri="{FF2B5EF4-FFF2-40B4-BE49-F238E27FC236}">
                <a16:creationId xmlns:a16="http://schemas.microsoft.com/office/drawing/2014/main" id="{3A77F540-202C-98CD-8FD9-73BDE3A0C958}"/>
              </a:ext>
            </a:extLst>
          </p:cNvPr>
          <p:cNvSpPr txBox="1"/>
          <p:nvPr>
            <p:custDataLst>
              <p:tags r:id="rId2"/>
            </p:custDataLst>
          </p:nvPr>
        </p:nvSpPr>
        <p:spPr bwMode="auto">
          <a:xfrm>
            <a:off x="485190" y="4121218"/>
            <a:ext cx="2092747" cy="421200"/>
          </a:xfrm>
          <a:prstGeom prst="rect">
            <a:avLst/>
          </a:prstGeom>
        </p:spPr>
        <p:txBody>
          <a:bodyPr vert="horz" lIns="0" tIns="0" rIns="0" bIns="0" rtlCol="0" anchor="ctr">
            <a:noAutofit/>
          </a:bodyPr>
          <a:lstStyle>
            <a:lvl1pPr marL="216000" indent="-216000" defTabSz="576000" eaLnBrk="1" hangingPunct="1">
              <a:lnSpc>
                <a:spcPct val="120000"/>
              </a:lnSpc>
              <a:spcBef>
                <a:spcPts val="0"/>
              </a:spcBef>
              <a:spcAft>
                <a:spcPts val="0"/>
              </a:spcAft>
              <a:buClr>
                <a:schemeClr val="tx2"/>
              </a:buClr>
              <a:buSzPct val="100000"/>
              <a:buFont typeface="Symbol" panose="05050102010706020507" pitchFamily="18" charset="2"/>
              <a:buChar char="-"/>
              <a:defRPr sz="1800" baseline="0">
                <a:latin typeface="+mn-lt"/>
              </a:defRPr>
            </a:lvl1pPr>
            <a:lvl2pPr marL="432000" lvl="1" indent="-216000" defTabSz="576000" eaLnBrk="1" hangingPunct="1">
              <a:lnSpc>
                <a:spcPct val="120000"/>
              </a:lnSpc>
              <a:spcBef>
                <a:spcPts val="0"/>
              </a:spcBef>
              <a:spcAft>
                <a:spcPts val="0"/>
              </a:spcAft>
              <a:buClr>
                <a:schemeClr val="tx2"/>
              </a:buClr>
              <a:buSzPct val="100000"/>
              <a:buFont typeface="Symbol" panose="05050102010706020507" pitchFamily="18" charset="2"/>
              <a:buChar char="-"/>
              <a:defRPr sz="1600">
                <a:latin typeface="+mn-lt"/>
              </a:defRPr>
            </a:lvl2pPr>
            <a:lvl3pPr marL="648000" indent="-216000" defTabSz="576000" eaLnBrk="1" hangingPunct="1">
              <a:lnSpc>
                <a:spcPct val="120000"/>
              </a:lnSpc>
              <a:spcBef>
                <a:spcPts val="0"/>
              </a:spcBef>
              <a:spcAft>
                <a:spcPts val="0"/>
              </a:spcAft>
              <a:buClr>
                <a:schemeClr val="tx2"/>
              </a:buClr>
              <a:buSzPct val="100000"/>
              <a:buFont typeface="Symbol" panose="05050102010706020507" pitchFamily="18" charset="2"/>
              <a:buChar char="-"/>
              <a:defRPr baseline="0">
                <a:latin typeface="+mn-lt"/>
              </a:defRPr>
            </a:lvl3pPr>
            <a:lvl4pPr marL="648000" indent="-216000" defTabSz="576000" eaLnBrk="1" hangingPunct="1">
              <a:lnSpc>
                <a:spcPct val="120000"/>
              </a:lnSpc>
              <a:spcBef>
                <a:spcPts val="0"/>
              </a:spcBef>
              <a:spcAft>
                <a:spcPts val="0"/>
              </a:spcAft>
              <a:buClr>
                <a:schemeClr val="tx2"/>
              </a:buClr>
              <a:buSzPct val="100000"/>
              <a:buFont typeface="Symbol" panose="05050102010706020507" pitchFamily="18" charset="2"/>
              <a:buChar char="-"/>
              <a:defRPr baseline="0">
                <a:latin typeface="+mn-lt"/>
              </a:defRPr>
            </a:lvl4pPr>
            <a:lvl5pPr marL="648000" indent="-216000" defTabSz="576000" eaLnBrk="1" hangingPunct="1">
              <a:lnSpc>
                <a:spcPct val="120000"/>
              </a:lnSpc>
              <a:spcBef>
                <a:spcPts val="0"/>
              </a:spcBef>
              <a:spcAft>
                <a:spcPts val="0"/>
              </a:spcAft>
              <a:buClr>
                <a:schemeClr val="tx2"/>
              </a:buClr>
              <a:buSzPct val="100000"/>
              <a:buFont typeface="Symbol" panose="05050102010706020507" pitchFamily="18" charset="2"/>
              <a:buChar char="-"/>
              <a:defRPr baseline="0">
                <a:latin typeface="+mn-lt"/>
              </a:defRPr>
            </a:lvl5pPr>
            <a:lvl6pPr marL="648000" indent="-216000" defTabSz="576000" fontAlgn="base">
              <a:lnSpc>
                <a:spcPct val="120000"/>
              </a:lnSpc>
              <a:spcBef>
                <a:spcPts val="0"/>
              </a:spcBef>
              <a:spcAft>
                <a:spcPts val="0"/>
              </a:spcAft>
              <a:buClr>
                <a:schemeClr val="tx2"/>
              </a:buClr>
              <a:buFont typeface="Symbol" panose="05050102010706020507" pitchFamily="18" charset="2"/>
              <a:buChar char="-"/>
              <a:defRPr baseline="0">
                <a:latin typeface="+mn-lt"/>
              </a:defRPr>
            </a:lvl6pPr>
            <a:lvl7pPr marL="648000" indent="-216000" defTabSz="576000" fontAlgn="base">
              <a:lnSpc>
                <a:spcPct val="120000"/>
              </a:lnSpc>
              <a:spcBef>
                <a:spcPts val="0"/>
              </a:spcBef>
              <a:spcAft>
                <a:spcPct val="0"/>
              </a:spcAft>
              <a:buClr>
                <a:schemeClr val="tx2"/>
              </a:buClr>
              <a:buFont typeface="Symbol" panose="05050102010706020507" pitchFamily="18" charset="2"/>
              <a:buChar char="-"/>
              <a:defRPr>
                <a:latin typeface="+mn-lt"/>
              </a:defRPr>
            </a:lvl7pPr>
            <a:lvl8pPr marL="648000" indent="-216000" defTabSz="576000" fontAlgn="base">
              <a:lnSpc>
                <a:spcPct val="120000"/>
              </a:lnSpc>
              <a:spcBef>
                <a:spcPts val="0"/>
              </a:spcBef>
              <a:spcAft>
                <a:spcPct val="0"/>
              </a:spcAft>
              <a:buClr>
                <a:schemeClr val="tx2"/>
              </a:buClr>
              <a:buFont typeface="Symbol" panose="05050102010706020507" pitchFamily="18" charset="2"/>
              <a:buChar char="-"/>
              <a:defRPr>
                <a:latin typeface="+mn-lt"/>
              </a:defRPr>
            </a:lvl8pPr>
            <a:lvl9pPr marL="648000" indent="-216000" defTabSz="576000" fontAlgn="base">
              <a:lnSpc>
                <a:spcPct val="120000"/>
              </a:lnSpc>
              <a:spcBef>
                <a:spcPts val="0"/>
              </a:spcBef>
              <a:spcAft>
                <a:spcPct val="0"/>
              </a:spcAft>
              <a:buClr>
                <a:schemeClr val="tx2"/>
              </a:buClr>
              <a:buFont typeface="Symbol" panose="05050102010706020507" pitchFamily="18" charset="2"/>
              <a:buChar char="-"/>
              <a:defRPr>
                <a:latin typeface="+mn-lt"/>
              </a:defRPr>
            </a:lvl9pPr>
          </a:lstStyle>
          <a:p>
            <a:pPr marL="0" indent="0" algn="ctr">
              <a:buNone/>
            </a:pPr>
            <a:r>
              <a:rPr lang="en-US" b="1" dirty="0">
                <a:solidFill>
                  <a:schemeClr val="dk1"/>
                </a:solidFill>
              </a:rPr>
              <a:t>Release</a:t>
            </a:r>
          </a:p>
        </p:txBody>
      </p:sp>
      <p:sp>
        <p:nvSpPr>
          <p:cNvPr id="59" name="TextBox">
            <a:extLst>
              <a:ext uri="{FF2B5EF4-FFF2-40B4-BE49-F238E27FC236}">
                <a16:creationId xmlns:a16="http://schemas.microsoft.com/office/drawing/2014/main" id="{B333E9BF-F053-A79A-F704-07E89F758B95}"/>
              </a:ext>
            </a:extLst>
          </p:cNvPr>
          <p:cNvSpPr txBox="1"/>
          <p:nvPr>
            <p:custDataLst>
              <p:tags r:id="rId3"/>
            </p:custDataLst>
          </p:nvPr>
        </p:nvSpPr>
        <p:spPr bwMode="auto">
          <a:xfrm>
            <a:off x="485190" y="4542420"/>
            <a:ext cx="2092747" cy="1620001"/>
          </a:xfrm>
          <a:prstGeom prst="rect">
            <a:avLst/>
          </a:prstGeom>
        </p:spPr>
        <p:txBody>
          <a:bodyPr vert="horz" lIns="0" tIns="0" rIns="0" bIns="0" rtlCol="0">
            <a:noAutofit/>
          </a:bodyPr>
          <a:lstStyle>
            <a:lvl1pPr marL="216000" indent="-216000" defTabSz="576000" eaLnBrk="1" hangingPunct="1">
              <a:lnSpc>
                <a:spcPct val="120000"/>
              </a:lnSpc>
              <a:spcBef>
                <a:spcPts val="0"/>
              </a:spcBef>
              <a:spcAft>
                <a:spcPts val="0"/>
              </a:spcAft>
              <a:buClr>
                <a:schemeClr val="tx2"/>
              </a:buClr>
              <a:buSzPct val="100000"/>
              <a:buFont typeface="Arial" panose="020B0604020202020204" pitchFamily="34" charset="0"/>
              <a:buChar char="‒"/>
              <a:defRPr sz="1800" baseline="0">
                <a:latin typeface="+mn-lt"/>
              </a:defRPr>
            </a:lvl1pPr>
            <a:lvl2pPr marL="432000" lvl="1" indent="-216000" defTabSz="576000" eaLnBrk="1" hangingPunct="1">
              <a:lnSpc>
                <a:spcPct val="120000"/>
              </a:lnSpc>
              <a:spcBef>
                <a:spcPts val="0"/>
              </a:spcBef>
              <a:spcAft>
                <a:spcPts val="0"/>
              </a:spcAft>
              <a:buClr>
                <a:schemeClr val="tx2"/>
              </a:buClr>
              <a:buSzPct val="100000"/>
              <a:buFont typeface="Arial" panose="020B0604020202020204" pitchFamily="34" charset="0"/>
              <a:buChar char="‒"/>
              <a:defRPr sz="1600">
                <a:latin typeface="+mn-lt"/>
              </a:defRPr>
            </a:lvl2pPr>
            <a:lvl3pPr marL="648000" indent="-216000" defTabSz="576000" eaLnBrk="1" hangingPunct="1">
              <a:lnSpc>
                <a:spcPct val="120000"/>
              </a:lnSpc>
              <a:spcBef>
                <a:spcPts val="0"/>
              </a:spcBef>
              <a:spcAft>
                <a:spcPts val="0"/>
              </a:spcAft>
              <a:buClr>
                <a:schemeClr val="tx2"/>
              </a:buClr>
              <a:buSzPct val="100000"/>
              <a:buFont typeface="Arial" panose="020B0604020202020204" pitchFamily="34" charset="0"/>
              <a:buChar char="‒"/>
              <a:defRPr baseline="0">
                <a:latin typeface="+mn-lt"/>
              </a:defRPr>
            </a:lvl3pPr>
            <a:lvl4pPr marL="648000" indent="-216000" defTabSz="576000" eaLnBrk="1" hangingPunct="1">
              <a:lnSpc>
                <a:spcPct val="120000"/>
              </a:lnSpc>
              <a:spcBef>
                <a:spcPts val="0"/>
              </a:spcBef>
              <a:spcAft>
                <a:spcPts val="0"/>
              </a:spcAft>
              <a:buClr>
                <a:schemeClr val="tx2"/>
              </a:buClr>
              <a:buSzPct val="100000"/>
              <a:buFont typeface="Arial" panose="020B0604020202020204" pitchFamily="34" charset="0"/>
              <a:buChar char="‒"/>
              <a:defRPr baseline="0">
                <a:latin typeface="+mn-lt"/>
              </a:defRPr>
            </a:lvl4pPr>
            <a:lvl5pPr marL="648000" indent="-216000" defTabSz="576000" eaLnBrk="1" hangingPunct="1">
              <a:lnSpc>
                <a:spcPct val="120000"/>
              </a:lnSpc>
              <a:spcBef>
                <a:spcPts val="0"/>
              </a:spcBef>
              <a:spcAft>
                <a:spcPts val="0"/>
              </a:spcAft>
              <a:buClr>
                <a:schemeClr val="tx2"/>
              </a:buClr>
              <a:buSzPct val="100000"/>
              <a:buFont typeface="Arial" panose="020B0604020202020204" pitchFamily="34" charset="0"/>
              <a:buChar char="‒"/>
              <a:defRPr baseline="0">
                <a:latin typeface="+mn-lt"/>
              </a:defRPr>
            </a:lvl5pPr>
            <a:lvl6pPr marL="648000" indent="-216000" defTabSz="576000" fontAlgn="base">
              <a:lnSpc>
                <a:spcPct val="120000"/>
              </a:lnSpc>
              <a:spcBef>
                <a:spcPts val="0"/>
              </a:spcBef>
              <a:spcAft>
                <a:spcPts val="0"/>
              </a:spcAft>
              <a:buClr>
                <a:schemeClr val="tx2"/>
              </a:buClr>
              <a:buFont typeface="Arial" panose="020B0604020202020204" pitchFamily="34" charset="0"/>
              <a:buChar char="‒"/>
              <a:defRPr baseline="0">
                <a:latin typeface="+mn-lt"/>
              </a:defRPr>
            </a:lvl6pPr>
            <a:lvl7pPr marL="648000" indent="-216000" defTabSz="576000" fontAlgn="base">
              <a:lnSpc>
                <a:spcPct val="120000"/>
              </a:lnSpc>
              <a:spcBef>
                <a:spcPts val="0"/>
              </a:spcBef>
              <a:spcAft>
                <a:spcPct val="0"/>
              </a:spcAft>
              <a:buClr>
                <a:schemeClr val="tx2"/>
              </a:buClr>
              <a:buFont typeface="Arial" panose="020B0604020202020204" pitchFamily="34" charset="0"/>
              <a:buChar char="‒"/>
              <a:defRPr>
                <a:latin typeface="+mn-lt"/>
              </a:defRPr>
            </a:lvl7pPr>
            <a:lvl8pPr marL="648000" indent="-216000" defTabSz="576000" fontAlgn="base">
              <a:lnSpc>
                <a:spcPct val="120000"/>
              </a:lnSpc>
              <a:spcBef>
                <a:spcPts val="0"/>
              </a:spcBef>
              <a:spcAft>
                <a:spcPct val="0"/>
              </a:spcAft>
              <a:buClr>
                <a:schemeClr val="tx2"/>
              </a:buClr>
              <a:buFont typeface="Arial" panose="020B0604020202020204" pitchFamily="34" charset="0"/>
              <a:buChar char="‒"/>
              <a:defRPr>
                <a:latin typeface="+mn-lt"/>
              </a:defRPr>
            </a:lvl8pPr>
            <a:lvl9pPr marL="648000" indent="-216000" defTabSz="576000" fontAlgn="base">
              <a:lnSpc>
                <a:spcPct val="120000"/>
              </a:lnSpc>
              <a:spcBef>
                <a:spcPts val="0"/>
              </a:spcBef>
              <a:spcAft>
                <a:spcPct val="0"/>
              </a:spcAft>
              <a:buClr>
                <a:schemeClr val="tx2"/>
              </a:buClr>
              <a:buFont typeface="Arial" panose="020B0604020202020204" pitchFamily="34" charset="0"/>
              <a:buChar char="‒"/>
              <a:defRPr>
                <a:latin typeface="+mn-lt"/>
              </a:defRPr>
            </a:lvl9pPr>
          </a:lstStyle>
          <a:p>
            <a:r>
              <a:rPr lang="en-US" sz="1400" dirty="0"/>
              <a:t>TDR tool has been rolled-out to the team</a:t>
            </a:r>
          </a:p>
        </p:txBody>
      </p:sp>
      <p:sp>
        <p:nvSpPr>
          <p:cNvPr id="60" name="TextBox">
            <a:extLst>
              <a:ext uri="{FF2B5EF4-FFF2-40B4-BE49-F238E27FC236}">
                <a16:creationId xmlns:a16="http://schemas.microsoft.com/office/drawing/2014/main" id="{CAAD4A04-FB97-4F60-E059-E217E6080FA8}"/>
              </a:ext>
            </a:extLst>
          </p:cNvPr>
          <p:cNvSpPr txBox="1"/>
          <p:nvPr>
            <p:custDataLst>
              <p:tags r:id="rId4"/>
            </p:custDataLst>
          </p:nvPr>
        </p:nvSpPr>
        <p:spPr bwMode="auto">
          <a:xfrm>
            <a:off x="9610932" y="4121218"/>
            <a:ext cx="2092747" cy="421200"/>
          </a:xfrm>
          <a:prstGeom prst="rect">
            <a:avLst/>
          </a:prstGeom>
        </p:spPr>
        <p:txBody>
          <a:bodyPr vert="horz" lIns="0" tIns="0" rIns="0" bIns="0" rtlCol="0" anchor="ctr">
            <a:noAutofit/>
          </a:bodyPr>
          <a:lstStyle>
            <a:lvl1pPr marL="216000" indent="-216000" defTabSz="576000" eaLnBrk="1" hangingPunct="1">
              <a:lnSpc>
                <a:spcPct val="120000"/>
              </a:lnSpc>
              <a:spcBef>
                <a:spcPts val="0"/>
              </a:spcBef>
              <a:spcAft>
                <a:spcPts val="0"/>
              </a:spcAft>
              <a:buClr>
                <a:schemeClr val="tx2"/>
              </a:buClr>
              <a:buSzPct val="100000"/>
              <a:buFont typeface="Symbol" panose="05050102010706020507" pitchFamily="18" charset="2"/>
              <a:buChar char="-"/>
              <a:defRPr sz="1800" baseline="0">
                <a:latin typeface="+mn-lt"/>
              </a:defRPr>
            </a:lvl1pPr>
            <a:lvl2pPr marL="432000" lvl="1" indent="-216000" defTabSz="576000" eaLnBrk="1" hangingPunct="1">
              <a:lnSpc>
                <a:spcPct val="120000"/>
              </a:lnSpc>
              <a:spcBef>
                <a:spcPts val="0"/>
              </a:spcBef>
              <a:spcAft>
                <a:spcPts val="0"/>
              </a:spcAft>
              <a:buClr>
                <a:schemeClr val="tx2"/>
              </a:buClr>
              <a:buSzPct val="100000"/>
              <a:buFont typeface="Symbol" panose="05050102010706020507" pitchFamily="18" charset="2"/>
              <a:buChar char="-"/>
              <a:defRPr sz="1600">
                <a:latin typeface="+mn-lt"/>
              </a:defRPr>
            </a:lvl2pPr>
            <a:lvl3pPr marL="648000" indent="-216000" defTabSz="576000" eaLnBrk="1" hangingPunct="1">
              <a:lnSpc>
                <a:spcPct val="120000"/>
              </a:lnSpc>
              <a:spcBef>
                <a:spcPts val="0"/>
              </a:spcBef>
              <a:spcAft>
                <a:spcPts val="0"/>
              </a:spcAft>
              <a:buClr>
                <a:schemeClr val="tx2"/>
              </a:buClr>
              <a:buSzPct val="100000"/>
              <a:buFont typeface="Symbol" panose="05050102010706020507" pitchFamily="18" charset="2"/>
              <a:buChar char="-"/>
              <a:defRPr baseline="0">
                <a:latin typeface="+mn-lt"/>
              </a:defRPr>
            </a:lvl3pPr>
            <a:lvl4pPr marL="648000" indent="-216000" defTabSz="576000" eaLnBrk="1" hangingPunct="1">
              <a:lnSpc>
                <a:spcPct val="120000"/>
              </a:lnSpc>
              <a:spcBef>
                <a:spcPts val="0"/>
              </a:spcBef>
              <a:spcAft>
                <a:spcPts val="0"/>
              </a:spcAft>
              <a:buClr>
                <a:schemeClr val="tx2"/>
              </a:buClr>
              <a:buSzPct val="100000"/>
              <a:buFont typeface="Symbol" panose="05050102010706020507" pitchFamily="18" charset="2"/>
              <a:buChar char="-"/>
              <a:defRPr baseline="0">
                <a:latin typeface="+mn-lt"/>
              </a:defRPr>
            </a:lvl4pPr>
            <a:lvl5pPr marL="648000" indent="-216000" defTabSz="576000" eaLnBrk="1" hangingPunct="1">
              <a:lnSpc>
                <a:spcPct val="120000"/>
              </a:lnSpc>
              <a:spcBef>
                <a:spcPts val="0"/>
              </a:spcBef>
              <a:spcAft>
                <a:spcPts val="0"/>
              </a:spcAft>
              <a:buClr>
                <a:schemeClr val="tx2"/>
              </a:buClr>
              <a:buSzPct val="100000"/>
              <a:buFont typeface="Symbol" panose="05050102010706020507" pitchFamily="18" charset="2"/>
              <a:buChar char="-"/>
              <a:defRPr baseline="0">
                <a:latin typeface="+mn-lt"/>
              </a:defRPr>
            </a:lvl5pPr>
            <a:lvl6pPr marL="648000" indent="-216000" defTabSz="576000" fontAlgn="base">
              <a:lnSpc>
                <a:spcPct val="120000"/>
              </a:lnSpc>
              <a:spcBef>
                <a:spcPts val="0"/>
              </a:spcBef>
              <a:spcAft>
                <a:spcPts val="0"/>
              </a:spcAft>
              <a:buClr>
                <a:schemeClr val="tx2"/>
              </a:buClr>
              <a:buFont typeface="Symbol" panose="05050102010706020507" pitchFamily="18" charset="2"/>
              <a:buChar char="-"/>
              <a:defRPr baseline="0">
                <a:latin typeface="+mn-lt"/>
              </a:defRPr>
            </a:lvl6pPr>
            <a:lvl7pPr marL="648000" indent="-216000" defTabSz="576000" fontAlgn="base">
              <a:lnSpc>
                <a:spcPct val="120000"/>
              </a:lnSpc>
              <a:spcBef>
                <a:spcPts val="0"/>
              </a:spcBef>
              <a:spcAft>
                <a:spcPct val="0"/>
              </a:spcAft>
              <a:buClr>
                <a:schemeClr val="tx2"/>
              </a:buClr>
              <a:buFont typeface="Symbol" panose="05050102010706020507" pitchFamily="18" charset="2"/>
              <a:buChar char="-"/>
              <a:defRPr>
                <a:latin typeface="+mn-lt"/>
              </a:defRPr>
            </a:lvl7pPr>
            <a:lvl8pPr marL="648000" indent="-216000" defTabSz="576000" fontAlgn="base">
              <a:lnSpc>
                <a:spcPct val="120000"/>
              </a:lnSpc>
              <a:spcBef>
                <a:spcPts val="0"/>
              </a:spcBef>
              <a:spcAft>
                <a:spcPct val="0"/>
              </a:spcAft>
              <a:buClr>
                <a:schemeClr val="tx2"/>
              </a:buClr>
              <a:buFont typeface="Symbol" panose="05050102010706020507" pitchFamily="18" charset="2"/>
              <a:buChar char="-"/>
              <a:defRPr>
                <a:latin typeface="+mn-lt"/>
              </a:defRPr>
            </a:lvl8pPr>
            <a:lvl9pPr marL="648000" indent="-216000" defTabSz="576000" fontAlgn="base">
              <a:lnSpc>
                <a:spcPct val="120000"/>
              </a:lnSpc>
              <a:spcBef>
                <a:spcPts val="0"/>
              </a:spcBef>
              <a:spcAft>
                <a:spcPct val="0"/>
              </a:spcAft>
              <a:buClr>
                <a:schemeClr val="tx2"/>
              </a:buClr>
              <a:buFont typeface="Symbol" panose="05050102010706020507" pitchFamily="18" charset="2"/>
              <a:buChar char="-"/>
              <a:defRPr>
                <a:latin typeface="+mn-lt"/>
              </a:defRPr>
            </a:lvl9pPr>
          </a:lstStyle>
          <a:p>
            <a:pPr marL="0" indent="0" algn="ctr">
              <a:buNone/>
            </a:pPr>
            <a:r>
              <a:rPr lang="en-US" b="1" dirty="0">
                <a:solidFill>
                  <a:schemeClr val="dk1"/>
                </a:solidFill>
              </a:rPr>
              <a:t>Sustaining phase</a:t>
            </a:r>
          </a:p>
        </p:txBody>
      </p:sp>
      <p:sp>
        <p:nvSpPr>
          <p:cNvPr id="61" name="TextBox">
            <a:extLst>
              <a:ext uri="{FF2B5EF4-FFF2-40B4-BE49-F238E27FC236}">
                <a16:creationId xmlns:a16="http://schemas.microsoft.com/office/drawing/2014/main" id="{11879B30-E7A6-5AC2-83DC-EF1FC5831C47}"/>
              </a:ext>
            </a:extLst>
          </p:cNvPr>
          <p:cNvSpPr txBox="1"/>
          <p:nvPr>
            <p:custDataLst>
              <p:tags r:id="rId5"/>
            </p:custDataLst>
          </p:nvPr>
        </p:nvSpPr>
        <p:spPr bwMode="auto">
          <a:xfrm>
            <a:off x="9610932" y="4542420"/>
            <a:ext cx="2092747" cy="1620001"/>
          </a:xfrm>
          <a:prstGeom prst="rect">
            <a:avLst/>
          </a:prstGeom>
        </p:spPr>
        <p:txBody>
          <a:bodyPr vert="horz" lIns="0" tIns="0" rIns="0" bIns="0" rtlCol="0">
            <a:noAutofit/>
          </a:bodyPr>
          <a:lstStyle>
            <a:lvl1pPr marL="216000" indent="-216000" defTabSz="576000" eaLnBrk="1" hangingPunct="1">
              <a:lnSpc>
                <a:spcPct val="120000"/>
              </a:lnSpc>
              <a:spcBef>
                <a:spcPts val="0"/>
              </a:spcBef>
              <a:spcAft>
                <a:spcPts val="0"/>
              </a:spcAft>
              <a:buClr>
                <a:schemeClr val="tx2"/>
              </a:buClr>
              <a:buSzPct val="100000"/>
              <a:buFont typeface="Arial" panose="020B0604020202020204" pitchFamily="34" charset="0"/>
              <a:buChar char="‒"/>
              <a:defRPr sz="1800" baseline="0">
                <a:latin typeface="+mn-lt"/>
              </a:defRPr>
            </a:lvl1pPr>
            <a:lvl2pPr marL="432000" lvl="1" indent="-216000" defTabSz="576000" eaLnBrk="1" hangingPunct="1">
              <a:lnSpc>
                <a:spcPct val="120000"/>
              </a:lnSpc>
              <a:spcBef>
                <a:spcPts val="0"/>
              </a:spcBef>
              <a:spcAft>
                <a:spcPts val="0"/>
              </a:spcAft>
              <a:buClr>
                <a:schemeClr val="tx2"/>
              </a:buClr>
              <a:buSzPct val="100000"/>
              <a:buFont typeface="Arial" panose="020B0604020202020204" pitchFamily="34" charset="0"/>
              <a:buChar char="‒"/>
              <a:defRPr sz="1600">
                <a:latin typeface="+mn-lt"/>
              </a:defRPr>
            </a:lvl2pPr>
            <a:lvl3pPr marL="648000" indent="-216000" defTabSz="576000" eaLnBrk="1" hangingPunct="1">
              <a:lnSpc>
                <a:spcPct val="120000"/>
              </a:lnSpc>
              <a:spcBef>
                <a:spcPts val="0"/>
              </a:spcBef>
              <a:spcAft>
                <a:spcPts val="0"/>
              </a:spcAft>
              <a:buClr>
                <a:schemeClr val="tx2"/>
              </a:buClr>
              <a:buSzPct val="100000"/>
              <a:buFont typeface="Arial" panose="020B0604020202020204" pitchFamily="34" charset="0"/>
              <a:buChar char="‒"/>
              <a:defRPr baseline="0">
                <a:latin typeface="+mn-lt"/>
              </a:defRPr>
            </a:lvl3pPr>
            <a:lvl4pPr marL="648000" indent="-216000" defTabSz="576000" eaLnBrk="1" hangingPunct="1">
              <a:lnSpc>
                <a:spcPct val="120000"/>
              </a:lnSpc>
              <a:spcBef>
                <a:spcPts val="0"/>
              </a:spcBef>
              <a:spcAft>
                <a:spcPts val="0"/>
              </a:spcAft>
              <a:buClr>
                <a:schemeClr val="tx2"/>
              </a:buClr>
              <a:buSzPct val="100000"/>
              <a:buFont typeface="Arial" panose="020B0604020202020204" pitchFamily="34" charset="0"/>
              <a:buChar char="‒"/>
              <a:defRPr baseline="0">
                <a:latin typeface="+mn-lt"/>
              </a:defRPr>
            </a:lvl4pPr>
            <a:lvl5pPr marL="648000" indent="-216000" defTabSz="576000" eaLnBrk="1" hangingPunct="1">
              <a:lnSpc>
                <a:spcPct val="120000"/>
              </a:lnSpc>
              <a:spcBef>
                <a:spcPts val="0"/>
              </a:spcBef>
              <a:spcAft>
                <a:spcPts val="0"/>
              </a:spcAft>
              <a:buClr>
                <a:schemeClr val="tx2"/>
              </a:buClr>
              <a:buSzPct val="100000"/>
              <a:buFont typeface="Arial" panose="020B0604020202020204" pitchFamily="34" charset="0"/>
              <a:buChar char="‒"/>
              <a:defRPr baseline="0">
                <a:latin typeface="+mn-lt"/>
              </a:defRPr>
            </a:lvl5pPr>
            <a:lvl6pPr marL="648000" indent="-216000" defTabSz="576000" fontAlgn="base">
              <a:lnSpc>
                <a:spcPct val="120000"/>
              </a:lnSpc>
              <a:spcBef>
                <a:spcPts val="0"/>
              </a:spcBef>
              <a:spcAft>
                <a:spcPts val="0"/>
              </a:spcAft>
              <a:buClr>
                <a:schemeClr val="tx2"/>
              </a:buClr>
              <a:buFont typeface="Arial" panose="020B0604020202020204" pitchFamily="34" charset="0"/>
              <a:buChar char="‒"/>
              <a:defRPr baseline="0">
                <a:latin typeface="+mn-lt"/>
              </a:defRPr>
            </a:lvl6pPr>
            <a:lvl7pPr marL="648000" indent="-216000" defTabSz="576000" fontAlgn="base">
              <a:lnSpc>
                <a:spcPct val="120000"/>
              </a:lnSpc>
              <a:spcBef>
                <a:spcPts val="0"/>
              </a:spcBef>
              <a:spcAft>
                <a:spcPct val="0"/>
              </a:spcAft>
              <a:buClr>
                <a:schemeClr val="tx2"/>
              </a:buClr>
              <a:buFont typeface="Arial" panose="020B0604020202020204" pitchFamily="34" charset="0"/>
              <a:buChar char="‒"/>
              <a:defRPr>
                <a:latin typeface="+mn-lt"/>
              </a:defRPr>
            </a:lvl7pPr>
            <a:lvl8pPr marL="648000" indent="-216000" defTabSz="576000" fontAlgn="base">
              <a:lnSpc>
                <a:spcPct val="120000"/>
              </a:lnSpc>
              <a:spcBef>
                <a:spcPts val="0"/>
              </a:spcBef>
              <a:spcAft>
                <a:spcPct val="0"/>
              </a:spcAft>
              <a:buClr>
                <a:schemeClr val="tx2"/>
              </a:buClr>
              <a:buFont typeface="Arial" panose="020B0604020202020204" pitchFamily="34" charset="0"/>
              <a:buChar char="‒"/>
              <a:defRPr>
                <a:latin typeface="+mn-lt"/>
              </a:defRPr>
            </a:lvl8pPr>
            <a:lvl9pPr marL="648000" indent="-216000" defTabSz="576000" fontAlgn="base">
              <a:lnSpc>
                <a:spcPct val="120000"/>
              </a:lnSpc>
              <a:spcBef>
                <a:spcPts val="0"/>
              </a:spcBef>
              <a:spcAft>
                <a:spcPct val="0"/>
              </a:spcAft>
              <a:buClr>
                <a:schemeClr val="tx2"/>
              </a:buClr>
              <a:buFont typeface="Arial" panose="020B0604020202020204" pitchFamily="34" charset="0"/>
              <a:buChar char="‒"/>
              <a:defRPr>
                <a:latin typeface="+mn-lt"/>
              </a:defRPr>
            </a:lvl9pPr>
          </a:lstStyle>
          <a:p>
            <a:r>
              <a:rPr lang="de-DE" sz="1400" dirty="0"/>
              <a:t>Additional features based on team‘s feedback</a:t>
            </a:r>
          </a:p>
          <a:p>
            <a:r>
              <a:rPr lang="de-DE" sz="1400" dirty="0"/>
              <a:t>Bug fixes</a:t>
            </a:r>
          </a:p>
          <a:p>
            <a:r>
              <a:rPr lang="de-DE" sz="1400" dirty="0"/>
              <a:t>Support to the team</a:t>
            </a:r>
            <a:endParaRPr lang="en-US" sz="1400" dirty="0"/>
          </a:p>
        </p:txBody>
      </p:sp>
      <p:sp>
        <p:nvSpPr>
          <p:cNvPr id="62" name="TextBox">
            <a:extLst>
              <a:ext uri="{FF2B5EF4-FFF2-40B4-BE49-F238E27FC236}">
                <a16:creationId xmlns:a16="http://schemas.microsoft.com/office/drawing/2014/main" id="{5F75FA71-4607-5C16-0FBF-567C525E055F}"/>
              </a:ext>
            </a:extLst>
          </p:cNvPr>
          <p:cNvSpPr txBox="1"/>
          <p:nvPr>
            <p:custDataLst>
              <p:tags r:id="rId6"/>
            </p:custDataLst>
          </p:nvPr>
        </p:nvSpPr>
        <p:spPr bwMode="auto">
          <a:xfrm>
            <a:off x="7329495" y="4121218"/>
            <a:ext cx="2092747" cy="421200"/>
          </a:xfrm>
          <a:prstGeom prst="rect">
            <a:avLst/>
          </a:prstGeom>
        </p:spPr>
        <p:txBody>
          <a:bodyPr vert="horz" lIns="0" tIns="0" rIns="0" bIns="0" rtlCol="0" anchor="ctr">
            <a:noAutofit/>
          </a:bodyPr>
          <a:lstStyle>
            <a:lvl1pPr marL="216000" indent="-216000" defTabSz="576000" eaLnBrk="1" hangingPunct="1">
              <a:lnSpc>
                <a:spcPct val="120000"/>
              </a:lnSpc>
              <a:spcBef>
                <a:spcPts val="0"/>
              </a:spcBef>
              <a:spcAft>
                <a:spcPts val="0"/>
              </a:spcAft>
              <a:buClr>
                <a:schemeClr val="tx2"/>
              </a:buClr>
              <a:buSzPct val="100000"/>
              <a:buFont typeface="Symbol" panose="05050102010706020507" pitchFamily="18" charset="2"/>
              <a:buChar char="-"/>
              <a:defRPr sz="1800" baseline="0">
                <a:latin typeface="+mn-lt"/>
              </a:defRPr>
            </a:lvl1pPr>
            <a:lvl2pPr marL="432000" lvl="1" indent="-216000" defTabSz="576000" eaLnBrk="1" hangingPunct="1">
              <a:lnSpc>
                <a:spcPct val="120000"/>
              </a:lnSpc>
              <a:spcBef>
                <a:spcPts val="0"/>
              </a:spcBef>
              <a:spcAft>
                <a:spcPts val="0"/>
              </a:spcAft>
              <a:buClr>
                <a:schemeClr val="tx2"/>
              </a:buClr>
              <a:buSzPct val="100000"/>
              <a:buFont typeface="Symbol" panose="05050102010706020507" pitchFamily="18" charset="2"/>
              <a:buChar char="-"/>
              <a:defRPr sz="1600">
                <a:latin typeface="+mn-lt"/>
              </a:defRPr>
            </a:lvl2pPr>
            <a:lvl3pPr marL="648000" indent="-216000" defTabSz="576000" eaLnBrk="1" hangingPunct="1">
              <a:lnSpc>
                <a:spcPct val="120000"/>
              </a:lnSpc>
              <a:spcBef>
                <a:spcPts val="0"/>
              </a:spcBef>
              <a:spcAft>
                <a:spcPts val="0"/>
              </a:spcAft>
              <a:buClr>
                <a:schemeClr val="tx2"/>
              </a:buClr>
              <a:buSzPct val="100000"/>
              <a:buFont typeface="Symbol" panose="05050102010706020507" pitchFamily="18" charset="2"/>
              <a:buChar char="-"/>
              <a:defRPr baseline="0">
                <a:latin typeface="+mn-lt"/>
              </a:defRPr>
            </a:lvl3pPr>
            <a:lvl4pPr marL="648000" indent="-216000" defTabSz="576000" eaLnBrk="1" hangingPunct="1">
              <a:lnSpc>
                <a:spcPct val="120000"/>
              </a:lnSpc>
              <a:spcBef>
                <a:spcPts val="0"/>
              </a:spcBef>
              <a:spcAft>
                <a:spcPts val="0"/>
              </a:spcAft>
              <a:buClr>
                <a:schemeClr val="tx2"/>
              </a:buClr>
              <a:buSzPct val="100000"/>
              <a:buFont typeface="Symbol" panose="05050102010706020507" pitchFamily="18" charset="2"/>
              <a:buChar char="-"/>
              <a:defRPr baseline="0">
                <a:latin typeface="+mn-lt"/>
              </a:defRPr>
            </a:lvl4pPr>
            <a:lvl5pPr marL="648000" indent="-216000" defTabSz="576000" eaLnBrk="1" hangingPunct="1">
              <a:lnSpc>
                <a:spcPct val="120000"/>
              </a:lnSpc>
              <a:spcBef>
                <a:spcPts val="0"/>
              </a:spcBef>
              <a:spcAft>
                <a:spcPts val="0"/>
              </a:spcAft>
              <a:buClr>
                <a:schemeClr val="tx2"/>
              </a:buClr>
              <a:buSzPct val="100000"/>
              <a:buFont typeface="Symbol" panose="05050102010706020507" pitchFamily="18" charset="2"/>
              <a:buChar char="-"/>
              <a:defRPr baseline="0">
                <a:latin typeface="+mn-lt"/>
              </a:defRPr>
            </a:lvl5pPr>
            <a:lvl6pPr marL="648000" indent="-216000" defTabSz="576000" fontAlgn="base">
              <a:lnSpc>
                <a:spcPct val="120000"/>
              </a:lnSpc>
              <a:spcBef>
                <a:spcPts val="0"/>
              </a:spcBef>
              <a:spcAft>
                <a:spcPts val="0"/>
              </a:spcAft>
              <a:buClr>
                <a:schemeClr val="tx2"/>
              </a:buClr>
              <a:buFont typeface="Symbol" panose="05050102010706020507" pitchFamily="18" charset="2"/>
              <a:buChar char="-"/>
              <a:defRPr baseline="0">
                <a:latin typeface="+mn-lt"/>
              </a:defRPr>
            </a:lvl6pPr>
            <a:lvl7pPr marL="648000" indent="-216000" defTabSz="576000" fontAlgn="base">
              <a:lnSpc>
                <a:spcPct val="120000"/>
              </a:lnSpc>
              <a:spcBef>
                <a:spcPts val="0"/>
              </a:spcBef>
              <a:spcAft>
                <a:spcPct val="0"/>
              </a:spcAft>
              <a:buClr>
                <a:schemeClr val="tx2"/>
              </a:buClr>
              <a:buFont typeface="Symbol" panose="05050102010706020507" pitchFamily="18" charset="2"/>
              <a:buChar char="-"/>
              <a:defRPr>
                <a:latin typeface="+mn-lt"/>
              </a:defRPr>
            </a:lvl7pPr>
            <a:lvl8pPr marL="648000" indent="-216000" defTabSz="576000" fontAlgn="base">
              <a:lnSpc>
                <a:spcPct val="120000"/>
              </a:lnSpc>
              <a:spcBef>
                <a:spcPts val="0"/>
              </a:spcBef>
              <a:spcAft>
                <a:spcPct val="0"/>
              </a:spcAft>
              <a:buClr>
                <a:schemeClr val="tx2"/>
              </a:buClr>
              <a:buFont typeface="Symbol" panose="05050102010706020507" pitchFamily="18" charset="2"/>
              <a:buChar char="-"/>
              <a:defRPr>
                <a:latin typeface="+mn-lt"/>
              </a:defRPr>
            </a:lvl8pPr>
            <a:lvl9pPr marL="648000" indent="-216000" defTabSz="576000" fontAlgn="base">
              <a:lnSpc>
                <a:spcPct val="120000"/>
              </a:lnSpc>
              <a:spcBef>
                <a:spcPts val="0"/>
              </a:spcBef>
              <a:spcAft>
                <a:spcPct val="0"/>
              </a:spcAft>
              <a:buClr>
                <a:schemeClr val="tx2"/>
              </a:buClr>
              <a:buFont typeface="Symbol" panose="05050102010706020507" pitchFamily="18" charset="2"/>
              <a:buChar char="-"/>
              <a:defRPr>
                <a:latin typeface="+mn-lt"/>
              </a:defRPr>
            </a:lvl9pPr>
          </a:lstStyle>
          <a:p>
            <a:pPr marL="0" indent="0" algn="ctr">
              <a:buNone/>
            </a:pPr>
            <a:r>
              <a:rPr lang="en-US" b="1" dirty="0">
                <a:solidFill>
                  <a:schemeClr val="dk1"/>
                </a:solidFill>
              </a:rPr>
              <a:t>GUI migration</a:t>
            </a:r>
          </a:p>
        </p:txBody>
      </p:sp>
      <p:sp>
        <p:nvSpPr>
          <p:cNvPr id="63" name="TextBox">
            <a:extLst>
              <a:ext uri="{FF2B5EF4-FFF2-40B4-BE49-F238E27FC236}">
                <a16:creationId xmlns:a16="http://schemas.microsoft.com/office/drawing/2014/main" id="{432405EC-A061-678F-41E1-D4369706AB4A}"/>
              </a:ext>
            </a:extLst>
          </p:cNvPr>
          <p:cNvSpPr txBox="1"/>
          <p:nvPr>
            <p:custDataLst>
              <p:tags r:id="rId7"/>
            </p:custDataLst>
          </p:nvPr>
        </p:nvSpPr>
        <p:spPr bwMode="auto">
          <a:xfrm>
            <a:off x="7329495" y="4542420"/>
            <a:ext cx="2092747" cy="1620001"/>
          </a:xfrm>
          <a:prstGeom prst="rect">
            <a:avLst/>
          </a:prstGeom>
        </p:spPr>
        <p:txBody>
          <a:bodyPr vert="horz" lIns="0" tIns="0" rIns="0" bIns="0" rtlCol="0">
            <a:noAutofit/>
          </a:bodyPr>
          <a:lstStyle>
            <a:lvl1pPr marL="216000" indent="-216000" defTabSz="576000" eaLnBrk="1" hangingPunct="1">
              <a:lnSpc>
                <a:spcPct val="120000"/>
              </a:lnSpc>
              <a:spcBef>
                <a:spcPts val="0"/>
              </a:spcBef>
              <a:spcAft>
                <a:spcPts val="0"/>
              </a:spcAft>
              <a:buClr>
                <a:schemeClr val="tx2"/>
              </a:buClr>
              <a:buSzPct val="100000"/>
              <a:buFont typeface="Arial" panose="020B0604020202020204" pitchFamily="34" charset="0"/>
              <a:buChar char="‒"/>
              <a:defRPr sz="1800" baseline="0">
                <a:latin typeface="+mn-lt"/>
              </a:defRPr>
            </a:lvl1pPr>
            <a:lvl2pPr marL="432000" lvl="1" indent="-216000" defTabSz="576000" eaLnBrk="1" hangingPunct="1">
              <a:lnSpc>
                <a:spcPct val="120000"/>
              </a:lnSpc>
              <a:spcBef>
                <a:spcPts val="0"/>
              </a:spcBef>
              <a:spcAft>
                <a:spcPts val="0"/>
              </a:spcAft>
              <a:buClr>
                <a:schemeClr val="tx2"/>
              </a:buClr>
              <a:buSzPct val="100000"/>
              <a:buFont typeface="Arial" panose="020B0604020202020204" pitchFamily="34" charset="0"/>
              <a:buChar char="‒"/>
              <a:defRPr sz="1600">
                <a:latin typeface="+mn-lt"/>
              </a:defRPr>
            </a:lvl2pPr>
            <a:lvl3pPr marL="648000" indent="-216000" defTabSz="576000" eaLnBrk="1" hangingPunct="1">
              <a:lnSpc>
                <a:spcPct val="120000"/>
              </a:lnSpc>
              <a:spcBef>
                <a:spcPts val="0"/>
              </a:spcBef>
              <a:spcAft>
                <a:spcPts val="0"/>
              </a:spcAft>
              <a:buClr>
                <a:schemeClr val="tx2"/>
              </a:buClr>
              <a:buSzPct val="100000"/>
              <a:buFont typeface="Arial" panose="020B0604020202020204" pitchFamily="34" charset="0"/>
              <a:buChar char="‒"/>
              <a:defRPr baseline="0">
                <a:latin typeface="+mn-lt"/>
              </a:defRPr>
            </a:lvl3pPr>
            <a:lvl4pPr marL="648000" indent="-216000" defTabSz="576000" eaLnBrk="1" hangingPunct="1">
              <a:lnSpc>
                <a:spcPct val="120000"/>
              </a:lnSpc>
              <a:spcBef>
                <a:spcPts val="0"/>
              </a:spcBef>
              <a:spcAft>
                <a:spcPts val="0"/>
              </a:spcAft>
              <a:buClr>
                <a:schemeClr val="tx2"/>
              </a:buClr>
              <a:buSzPct val="100000"/>
              <a:buFont typeface="Arial" panose="020B0604020202020204" pitchFamily="34" charset="0"/>
              <a:buChar char="‒"/>
              <a:defRPr baseline="0">
                <a:latin typeface="+mn-lt"/>
              </a:defRPr>
            </a:lvl4pPr>
            <a:lvl5pPr marL="648000" indent="-216000" defTabSz="576000" eaLnBrk="1" hangingPunct="1">
              <a:lnSpc>
                <a:spcPct val="120000"/>
              </a:lnSpc>
              <a:spcBef>
                <a:spcPts val="0"/>
              </a:spcBef>
              <a:spcAft>
                <a:spcPts val="0"/>
              </a:spcAft>
              <a:buClr>
                <a:schemeClr val="tx2"/>
              </a:buClr>
              <a:buSzPct val="100000"/>
              <a:buFont typeface="Arial" panose="020B0604020202020204" pitchFamily="34" charset="0"/>
              <a:buChar char="‒"/>
              <a:defRPr baseline="0">
                <a:latin typeface="+mn-lt"/>
              </a:defRPr>
            </a:lvl5pPr>
            <a:lvl6pPr marL="648000" indent="-216000" defTabSz="576000" fontAlgn="base">
              <a:lnSpc>
                <a:spcPct val="120000"/>
              </a:lnSpc>
              <a:spcBef>
                <a:spcPts val="0"/>
              </a:spcBef>
              <a:spcAft>
                <a:spcPts val="0"/>
              </a:spcAft>
              <a:buClr>
                <a:schemeClr val="tx2"/>
              </a:buClr>
              <a:buFont typeface="Arial" panose="020B0604020202020204" pitchFamily="34" charset="0"/>
              <a:buChar char="‒"/>
              <a:defRPr baseline="0">
                <a:latin typeface="+mn-lt"/>
              </a:defRPr>
            </a:lvl6pPr>
            <a:lvl7pPr marL="648000" indent="-216000" defTabSz="576000" fontAlgn="base">
              <a:lnSpc>
                <a:spcPct val="120000"/>
              </a:lnSpc>
              <a:spcBef>
                <a:spcPts val="0"/>
              </a:spcBef>
              <a:spcAft>
                <a:spcPct val="0"/>
              </a:spcAft>
              <a:buClr>
                <a:schemeClr val="tx2"/>
              </a:buClr>
              <a:buFont typeface="Arial" panose="020B0604020202020204" pitchFamily="34" charset="0"/>
              <a:buChar char="‒"/>
              <a:defRPr>
                <a:latin typeface="+mn-lt"/>
              </a:defRPr>
            </a:lvl7pPr>
            <a:lvl8pPr marL="648000" indent="-216000" defTabSz="576000" fontAlgn="base">
              <a:lnSpc>
                <a:spcPct val="120000"/>
              </a:lnSpc>
              <a:spcBef>
                <a:spcPts val="0"/>
              </a:spcBef>
              <a:spcAft>
                <a:spcPct val="0"/>
              </a:spcAft>
              <a:buClr>
                <a:schemeClr val="tx2"/>
              </a:buClr>
              <a:buFont typeface="Arial" panose="020B0604020202020204" pitchFamily="34" charset="0"/>
              <a:buChar char="‒"/>
              <a:defRPr>
                <a:latin typeface="+mn-lt"/>
              </a:defRPr>
            </a:lvl8pPr>
            <a:lvl9pPr marL="648000" indent="-216000" defTabSz="576000" fontAlgn="base">
              <a:lnSpc>
                <a:spcPct val="120000"/>
              </a:lnSpc>
              <a:spcBef>
                <a:spcPts val="0"/>
              </a:spcBef>
              <a:spcAft>
                <a:spcPct val="0"/>
              </a:spcAft>
              <a:buClr>
                <a:schemeClr val="tx2"/>
              </a:buClr>
              <a:buFont typeface="Arial" panose="020B0604020202020204" pitchFamily="34" charset="0"/>
              <a:buChar char="‒"/>
              <a:defRPr>
                <a:latin typeface="+mn-lt"/>
              </a:defRPr>
            </a:lvl9pPr>
          </a:lstStyle>
          <a:p>
            <a:r>
              <a:rPr lang="en-US" sz="1400" dirty="0"/>
              <a:t>Release the GUI version of the tool</a:t>
            </a:r>
          </a:p>
          <a:p>
            <a:r>
              <a:rPr lang="de-DE" sz="1400" dirty="0"/>
              <a:t>Roll-out to the team</a:t>
            </a:r>
            <a:endParaRPr lang="en-US" sz="1400" dirty="0"/>
          </a:p>
        </p:txBody>
      </p:sp>
      <p:sp>
        <p:nvSpPr>
          <p:cNvPr id="64" name="TextBox">
            <a:extLst>
              <a:ext uri="{FF2B5EF4-FFF2-40B4-BE49-F238E27FC236}">
                <a16:creationId xmlns:a16="http://schemas.microsoft.com/office/drawing/2014/main" id="{79D99811-8978-ABB8-3525-B3548846FEA0}"/>
              </a:ext>
            </a:extLst>
          </p:cNvPr>
          <p:cNvSpPr txBox="1"/>
          <p:nvPr>
            <p:custDataLst>
              <p:tags r:id="rId8"/>
            </p:custDataLst>
          </p:nvPr>
        </p:nvSpPr>
        <p:spPr bwMode="auto">
          <a:xfrm>
            <a:off x="5048061" y="4121218"/>
            <a:ext cx="2092747" cy="421200"/>
          </a:xfrm>
          <a:prstGeom prst="rect">
            <a:avLst/>
          </a:prstGeom>
        </p:spPr>
        <p:txBody>
          <a:bodyPr vert="horz" lIns="0" tIns="0" rIns="0" bIns="0" rtlCol="0" anchor="ctr">
            <a:noAutofit/>
          </a:bodyPr>
          <a:lstStyle>
            <a:lvl1pPr marL="216000" indent="-216000" defTabSz="576000" eaLnBrk="1" hangingPunct="1">
              <a:lnSpc>
                <a:spcPct val="120000"/>
              </a:lnSpc>
              <a:spcBef>
                <a:spcPts val="0"/>
              </a:spcBef>
              <a:spcAft>
                <a:spcPts val="0"/>
              </a:spcAft>
              <a:buClr>
                <a:schemeClr val="tx2"/>
              </a:buClr>
              <a:buSzPct val="100000"/>
              <a:buFont typeface="Symbol" panose="05050102010706020507" pitchFamily="18" charset="2"/>
              <a:buChar char="-"/>
              <a:defRPr sz="1800" baseline="0">
                <a:latin typeface="+mn-lt"/>
              </a:defRPr>
            </a:lvl1pPr>
            <a:lvl2pPr marL="432000" lvl="1" indent="-216000" defTabSz="576000" eaLnBrk="1" hangingPunct="1">
              <a:lnSpc>
                <a:spcPct val="120000"/>
              </a:lnSpc>
              <a:spcBef>
                <a:spcPts val="0"/>
              </a:spcBef>
              <a:spcAft>
                <a:spcPts val="0"/>
              </a:spcAft>
              <a:buClr>
                <a:schemeClr val="tx2"/>
              </a:buClr>
              <a:buSzPct val="100000"/>
              <a:buFont typeface="Symbol" panose="05050102010706020507" pitchFamily="18" charset="2"/>
              <a:buChar char="-"/>
              <a:defRPr sz="1600">
                <a:latin typeface="+mn-lt"/>
              </a:defRPr>
            </a:lvl2pPr>
            <a:lvl3pPr marL="648000" indent="-216000" defTabSz="576000" eaLnBrk="1" hangingPunct="1">
              <a:lnSpc>
                <a:spcPct val="120000"/>
              </a:lnSpc>
              <a:spcBef>
                <a:spcPts val="0"/>
              </a:spcBef>
              <a:spcAft>
                <a:spcPts val="0"/>
              </a:spcAft>
              <a:buClr>
                <a:schemeClr val="tx2"/>
              </a:buClr>
              <a:buSzPct val="100000"/>
              <a:buFont typeface="Symbol" panose="05050102010706020507" pitchFamily="18" charset="2"/>
              <a:buChar char="-"/>
              <a:defRPr baseline="0">
                <a:latin typeface="+mn-lt"/>
              </a:defRPr>
            </a:lvl3pPr>
            <a:lvl4pPr marL="648000" indent="-216000" defTabSz="576000" eaLnBrk="1" hangingPunct="1">
              <a:lnSpc>
                <a:spcPct val="120000"/>
              </a:lnSpc>
              <a:spcBef>
                <a:spcPts val="0"/>
              </a:spcBef>
              <a:spcAft>
                <a:spcPts val="0"/>
              </a:spcAft>
              <a:buClr>
                <a:schemeClr val="tx2"/>
              </a:buClr>
              <a:buSzPct val="100000"/>
              <a:buFont typeface="Symbol" panose="05050102010706020507" pitchFamily="18" charset="2"/>
              <a:buChar char="-"/>
              <a:defRPr baseline="0">
                <a:latin typeface="+mn-lt"/>
              </a:defRPr>
            </a:lvl4pPr>
            <a:lvl5pPr marL="648000" indent="-216000" defTabSz="576000" eaLnBrk="1" hangingPunct="1">
              <a:lnSpc>
                <a:spcPct val="120000"/>
              </a:lnSpc>
              <a:spcBef>
                <a:spcPts val="0"/>
              </a:spcBef>
              <a:spcAft>
                <a:spcPts val="0"/>
              </a:spcAft>
              <a:buClr>
                <a:schemeClr val="tx2"/>
              </a:buClr>
              <a:buSzPct val="100000"/>
              <a:buFont typeface="Symbol" panose="05050102010706020507" pitchFamily="18" charset="2"/>
              <a:buChar char="-"/>
              <a:defRPr baseline="0">
                <a:latin typeface="+mn-lt"/>
              </a:defRPr>
            </a:lvl5pPr>
            <a:lvl6pPr marL="648000" indent="-216000" defTabSz="576000" fontAlgn="base">
              <a:lnSpc>
                <a:spcPct val="120000"/>
              </a:lnSpc>
              <a:spcBef>
                <a:spcPts val="0"/>
              </a:spcBef>
              <a:spcAft>
                <a:spcPts val="0"/>
              </a:spcAft>
              <a:buClr>
                <a:schemeClr val="tx2"/>
              </a:buClr>
              <a:buFont typeface="Symbol" panose="05050102010706020507" pitchFamily="18" charset="2"/>
              <a:buChar char="-"/>
              <a:defRPr baseline="0">
                <a:latin typeface="+mn-lt"/>
              </a:defRPr>
            </a:lvl6pPr>
            <a:lvl7pPr marL="648000" indent="-216000" defTabSz="576000" fontAlgn="base">
              <a:lnSpc>
                <a:spcPct val="120000"/>
              </a:lnSpc>
              <a:spcBef>
                <a:spcPts val="0"/>
              </a:spcBef>
              <a:spcAft>
                <a:spcPct val="0"/>
              </a:spcAft>
              <a:buClr>
                <a:schemeClr val="tx2"/>
              </a:buClr>
              <a:buFont typeface="Symbol" panose="05050102010706020507" pitchFamily="18" charset="2"/>
              <a:buChar char="-"/>
              <a:defRPr>
                <a:latin typeface="+mn-lt"/>
              </a:defRPr>
            </a:lvl7pPr>
            <a:lvl8pPr marL="648000" indent="-216000" defTabSz="576000" fontAlgn="base">
              <a:lnSpc>
                <a:spcPct val="120000"/>
              </a:lnSpc>
              <a:spcBef>
                <a:spcPts val="0"/>
              </a:spcBef>
              <a:spcAft>
                <a:spcPct val="0"/>
              </a:spcAft>
              <a:buClr>
                <a:schemeClr val="tx2"/>
              </a:buClr>
              <a:buFont typeface="Symbol" panose="05050102010706020507" pitchFamily="18" charset="2"/>
              <a:buChar char="-"/>
              <a:defRPr>
                <a:latin typeface="+mn-lt"/>
              </a:defRPr>
            </a:lvl8pPr>
            <a:lvl9pPr marL="648000" indent="-216000" defTabSz="576000" fontAlgn="base">
              <a:lnSpc>
                <a:spcPct val="120000"/>
              </a:lnSpc>
              <a:spcBef>
                <a:spcPts val="0"/>
              </a:spcBef>
              <a:spcAft>
                <a:spcPct val="0"/>
              </a:spcAft>
              <a:buClr>
                <a:schemeClr val="tx2"/>
              </a:buClr>
              <a:buFont typeface="Symbol" panose="05050102010706020507" pitchFamily="18" charset="2"/>
              <a:buChar char="-"/>
              <a:defRPr>
                <a:latin typeface="+mn-lt"/>
              </a:defRPr>
            </a:lvl9pPr>
          </a:lstStyle>
          <a:p>
            <a:pPr marL="0" indent="0" algn="ctr">
              <a:buNone/>
            </a:pPr>
            <a:r>
              <a:rPr lang="en-US" b="1" dirty="0">
                <a:solidFill>
                  <a:schemeClr val="dk1"/>
                </a:solidFill>
              </a:rPr>
              <a:t>Maintenance</a:t>
            </a:r>
          </a:p>
        </p:txBody>
      </p:sp>
      <p:sp>
        <p:nvSpPr>
          <p:cNvPr id="65" name="TextBox">
            <a:extLst>
              <a:ext uri="{FF2B5EF4-FFF2-40B4-BE49-F238E27FC236}">
                <a16:creationId xmlns:a16="http://schemas.microsoft.com/office/drawing/2014/main" id="{20D06983-52F7-F1D9-35D5-BCF42975C8AB}"/>
              </a:ext>
            </a:extLst>
          </p:cNvPr>
          <p:cNvSpPr txBox="1"/>
          <p:nvPr>
            <p:custDataLst>
              <p:tags r:id="rId9"/>
            </p:custDataLst>
          </p:nvPr>
        </p:nvSpPr>
        <p:spPr bwMode="auto">
          <a:xfrm>
            <a:off x="5048061" y="4542420"/>
            <a:ext cx="2092747" cy="1620001"/>
          </a:xfrm>
          <a:prstGeom prst="rect">
            <a:avLst/>
          </a:prstGeom>
        </p:spPr>
        <p:txBody>
          <a:bodyPr vert="horz" lIns="0" tIns="0" rIns="0" bIns="0" rtlCol="0">
            <a:noAutofit/>
          </a:bodyPr>
          <a:lstStyle>
            <a:lvl1pPr marL="216000" indent="-216000" defTabSz="576000" eaLnBrk="1" hangingPunct="1">
              <a:lnSpc>
                <a:spcPct val="120000"/>
              </a:lnSpc>
              <a:spcBef>
                <a:spcPts val="0"/>
              </a:spcBef>
              <a:spcAft>
                <a:spcPts val="0"/>
              </a:spcAft>
              <a:buClr>
                <a:schemeClr val="tx2"/>
              </a:buClr>
              <a:buSzPct val="100000"/>
              <a:buFont typeface="Arial" panose="020B0604020202020204" pitchFamily="34" charset="0"/>
              <a:buChar char="‒"/>
              <a:defRPr sz="1800" baseline="0">
                <a:latin typeface="+mn-lt"/>
              </a:defRPr>
            </a:lvl1pPr>
            <a:lvl2pPr marL="432000" lvl="1" indent="-216000" defTabSz="576000" eaLnBrk="1" hangingPunct="1">
              <a:lnSpc>
                <a:spcPct val="120000"/>
              </a:lnSpc>
              <a:spcBef>
                <a:spcPts val="0"/>
              </a:spcBef>
              <a:spcAft>
                <a:spcPts val="0"/>
              </a:spcAft>
              <a:buClr>
                <a:schemeClr val="tx2"/>
              </a:buClr>
              <a:buSzPct val="100000"/>
              <a:buFont typeface="Arial" panose="020B0604020202020204" pitchFamily="34" charset="0"/>
              <a:buChar char="‒"/>
              <a:defRPr sz="1600">
                <a:latin typeface="+mn-lt"/>
              </a:defRPr>
            </a:lvl2pPr>
            <a:lvl3pPr marL="648000" indent="-216000" defTabSz="576000" eaLnBrk="1" hangingPunct="1">
              <a:lnSpc>
                <a:spcPct val="120000"/>
              </a:lnSpc>
              <a:spcBef>
                <a:spcPts val="0"/>
              </a:spcBef>
              <a:spcAft>
                <a:spcPts val="0"/>
              </a:spcAft>
              <a:buClr>
                <a:schemeClr val="tx2"/>
              </a:buClr>
              <a:buSzPct val="100000"/>
              <a:buFont typeface="Arial" panose="020B0604020202020204" pitchFamily="34" charset="0"/>
              <a:buChar char="‒"/>
              <a:defRPr baseline="0">
                <a:latin typeface="+mn-lt"/>
              </a:defRPr>
            </a:lvl3pPr>
            <a:lvl4pPr marL="648000" indent="-216000" defTabSz="576000" eaLnBrk="1" hangingPunct="1">
              <a:lnSpc>
                <a:spcPct val="120000"/>
              </a:lnSpc>
              <a:spcBef>
                <a:spcPts val="0"/>
              </a:spcBef>
              <a:spcAft>
                <a:spcPts val="0"/>
              </a:spcAft>
              <a:buClr>
                <a:schemeClr val="tx2"/>
              </a:buClr>
              <a:buSzPct val="100000"/>
              <a:buFont typeface="Arial" panose="020B0604020202020204" pitchFamily="34" charset="0"/>
              <a:buChar char="‒"/>
              <a:defRPr baseline="0">
                <a:latin typeface="+mn-lt"/>
              </a:defRPr>
            </a:lvl4pPr>
            <a:lvl5pPr marL="648000" indent="-216000" defTabSz="576000" eaLnBrk="1" hangingPunct="1">
              <a:lnSpc>
                <a:spcPct val="120000"/>
              </a:lnSpc>
              <a:spcBef>
                <a:spcPts val="0"/>
              </a:spcBef>
              <a:spcAft>
                <a:spcPts val="0"/>
              </a:spcAft>
              <a:buClr>
                <a:schemeClr val="tx2"/>
              </a:buClr>
              <a:buSzPct val="100000"/>
              <a:buFont typeface="Arial" panose="020B0604020202020204" pitchFamily="34" charset="0"/>
              <a:buChar char="‒"/>
              <a:defRPr baseline="0">
                <a:latin typeface="+mn-lt"/>
              </a:defRPr>
            </a:lvl5pPr>
            <a:lvl6pPr marL="648000" indent="-216000" defTabSz="576000" fontAlgn="base">
              <a:lnSpc>
                <a:spcPct val="120000"/>
              </a:lnSpc>
              <a:spcBef>
                <a:spcPts val="0"/>
              </a:spcBef>
              <a:spcAft>
                <a:spcPts val="0"/>
              </a:spcAft>
              <a:buClr>
                <a:schemeClr val="tx2"/>
              </a:buClr>
              <a:buFont typeface="Arial" panose="020B0604020202020204" pitchFamily="34" charset="0"/>
              <a:buChar char="‒"/>
              <a:defRPr baseline="0">
                <a:latin typeface="+mn-lt"/>
              </a:defRPr>
            </a:lvl6pPr>
            <a:lvl7pPr marL="648000" indent="-216000" defTabSz="576000" fontAlgn="base">
              <a:lnSpc>
                <a:spcPct val="120000"/>
              </a:lnSpc>
              <a:spcBef>
                <a:spcPts val="0"/>
              </a:spcBef>
              <a:spcAft>
                <a:spcPct val="0"/>
              </a:spcAft>
              <a:buClr>
                <a:schemeClr val="tx2"/>
              </a:buClr>
              <a:buFont typeface="Arial" panose="020B0604020202020204" pitchFamily="34" charset="0"/>
              <a:buChar char="‒"/>
              <a:defRPr>
                <a:latin typeface="+mn-lt"/>
              </a:defRPr>
            </a:lvl7pPr>
            <a:lvl8pPr marL="648000" indent="-216000" defTabSz="576000" fontAlgn="base">
              <a:lnSpc>
                <a:spcPct val="120000"/>
              </a:lnSpc>
              <a:spcBef>
                <a:spcPts val="0"/>
              </a:spcBef>
              <a:spcAft>
                <a:spcPct val="0"/>
              </a:spcAft>
              <a:buClr>
                <a:schemeClr val="tx2"/>
              </a:buClr>
              <a:buFont typeface="Arial" panose="020B0604020202020204" pitchFamily="34" charset="0"/>
              <a:buChar char="‒"/>
              <a:defRPr>
                <a:latin typeface="+mn-lt"/>
              </a:defRPr>
            </a:lvl8pPr>
            <a:lvl9pPr marL="648000" indent="-216000" defTabSz="576000" fontAlgn="base">
              <a:lnSpc>
                <a:spcPct val="120000"/>
              </a:lnSpc>
              <a:spcBef>
                <a:spcPts val="0"/>
              </a:spcBef>
              <a:spcAft>
                <a:spcPct val="0"/>
              </a:spcAft>
              <a:buClr>
                <a:schemeClr val="tx2"/>
              </a:buClr>
              <a:buFont typeface="Arial" panose="020B0604020202020204" pitchFamily="34" charset="0"/>
              <a:buChar char="‒"/>
              <a:defRPr>
                <a:latin typeface="+mn-lt"/>
              </a:defRPr>
            </a:lvl9pPr>
          </a:lstStyle>
          <a:p>
            <a:r>
              <a:rPr lang="en-US" sz="1400" dirty="0"/>
              <a:t>Bug fixes</a:t>
            </a:r>
          </a:p>
          <a:p>
            <a:r>
              <a:rPr lang="en-US" sz="1400" dirty="0"/>
              <a:t>Support to the team</a:t>
            </a:r>
          </a:p>
        </p:txBody>
      </p:sp>
      <p:sp>
        <p:nvSpPr>
          <p:cNvPr id="66" name="TextBox">
            <a:extLst>
              <a:ext uri="{FF2B5EF4-FFF2-40B4-BE49-F238E27FC236}">
                <a16:creationId xmlns:a16="http://schemas.microsoft.com/office/drawing/2014/main" id="{71BEEEAB-0144-C449-69C9-6D3F84DE653D}"/>
              </a:ext>
            </a:extLst>
          </p:cNvPr>
          <p:cNvSpPr txBox="1"/>
          <p:nvPr>
            <p:custDataLst>
              <p:tags r:id="rId10"/>
            </p:custDataLst>
          </p:nvPr>
        </p:nvSpPr>
        <p:spPr bwMode="auto">
          <a:xfrm>
            <a:off x="2766624" y="4121218"/>
            <a:ext cx="2092747" cy="421200"/>
          </a:xfrm>
          <a:prstGeom prst="rect">
            <a:avLst/>
          </a:prstGeom>
        </p:spPr>
        <p:txBody>
          <a:bodyPr vert="horz" lIns="0" tIns="0" rIns="0" bIns="0" rtlCol="0" anchor="ctr">
            <a:noAutofit/>
          </a:bodyPr>
          <a:lstStyle>
            <a:lvl1pPr marL="216000" indent="-216000" defTabSz="576000" eaLnBrk="1" hangingPunct="1">
              <a:lnSpc>
                <a:spcPct val="120000"/>
              </a:lnSpc>
              <a:spcBef>
                <a:spcPts val="0"/>
              </a:spcBef>
              <a:spcAft>
                <a:spcPts val="0"/>
              </a:spcAft>
              <a:buClr>
                <a:schemeClr val="tx2"/>
              </a:buClr>
              <a:buSzPct val="100000"/>
              <a:buFont typeface="Symbol" panose="05050102010706020507" pitchFamily="18" charset="2"/>
              <a:buChar char="-"/>
              <a:defRPr sz="1800" baseline="0">
                <a:latin typeface="+mn-lt"/>
              </a:defRPr>
            </a:lvl1pPr>
            <a:lvl2pPr marL="432000" lvl="1" indent="-216000" defTabSz="576000" eaLnBrk="1" hangingPunct="1">
              <a:lnSpc>
                <a:spcPct val="120000"/>
              </a:lnSpc>
              <a:spcBef>
                <a:spcPts val="0"/>
              </a:spcBef>
              <a:spcAft>
                <a:spcPts val="0"/>
              </a:spcAft>
              <a:buClr>
                <a:schemeClr val="tx2"/>
              </a:buClr>
              <a:buSzPct val="100000"/>
              <a:buFont typeface="Symbol" panose="05050102010706020507" pitchFamily="18" charset="2"/>
              <a:buChar char="-"/>
              <a:defRPr sz="1600">
                <a:latin typeface="+mn-lt"/>
              </a:defRPr>
            </a:lvl2pPr>
            <a:lvl3pPr marL="648000" indent="-216000" defTabSz="576000" eaLnBrk="1" hangingPunct="1">
              <a:lnSpc>
                <a:spcPct val="120000"/>
              </a:lnSpc>
              <a:spcBef>
                <a:spcPts val="0"/>
              </a:spcBef>
              <a:spcAft>
                <a:spcPts val="0"/>
              </a:spcAft>
              <a:buClr>
                <a:schemeClr val="tx2"/>
              </a:buClr>
              <a:buSzPct val="100000"/>
              <a:buFont typeface="Symbol" panose="05050102010706020507" pitchFamily="18" charset="2"/>
              <a:buChar char="-"/>
              <a:defRPr baseline="0">
                <a:latin typeface="+mn-lt"/>
              </a:defRPr>
            </a:lvl3pPr>
            <a:lvl4pPr marL="648000" indent="-216000" defTabSz="576000" eaLnBrk="1" hangingPunct="1">
              <a:lnSpc>
                <a:spcPct val="120000"/>
              </a:lnSpc>
              <a:spcBef>
                <a:spcPts val="0"/>
              </a:spcBef>
              <a:spcAft>
                <a:spcPts val="0"/>
              </a:spcAft>
              <a:buClr>
                <a:schemeClr val="tx2"/>
              </a:buClr>
              <a:buSzPct val="100000"/>
              <a:buFont typeface="Symbol" panose="05050102010706020507" pitchFamily="18" charset="2"/>
              <a:buChar char="-"/>
              <a:defRPr baseline="0">
                <a:latin typeface="+mn-lt"/>
              </a:defRPr>
            </a:lvl4pPr>
            <a:lvl5pPr marL="648000" indent="-216000" defTabSz="576000" eaLnBrk="1" hangingPunct="1">
              <a:lnSpc>
                <a:spcPct val="120000"/>
              </a:lnSpc>
              <a:spcBef>
                <a:spcPts val="0"/>
              </a:spcBef>
              <a:spcAft>
                <a:spcPts val="0"/>
              </a:spcAft>
              <a:buClr>
                <a:schemeClr val="tx2"/>
              </a:buClr>
              <a:buSzPct val="100000"/>
              <a:buFont typeface="Symbol" panose="05050102010706020507" pitchFamily="18" charset="2"/>
              <a:buChar char="-"/>
              <a:defRPr baseline="0">
                <a:latin typeface="+mn-lt"/>
              </a:defRPr>
            </a:lvl5pPr>
            <a:lvl6pPr marL="648000" indent="-216000" defTabSz="576000" fontAlgn="base">
              <a:lnSpc>
                <a:spcPct val="120000"/>
              </a:lnSpc>
              <a:spcBef>
                <a:spcPts val="0"/>
              </a:spcBef>
              <a:spcAft>
                <a:spcPts val="0"/>
              </a:spcAft>
              <a:buClr>
                <a:schemeClr val="tx2"/>
              </a:buClr>
              <a:buFont typeface="Symbol" panose="05050102010706020507" pitchFamily="18" charset="2"/>
              <a:buChar char="-"/>
              <a:defRPr baseline="0">
                <a:latin typeface="+mn-lt"/>
              </a:defRPr>
            </a:lvl6pPr>
            <a:lvl7pPr marL="648000" indent="-216000" defTabSz="576000" fontAlgn="base">
              <a:lnSpc>
                <a:spcPct val="120000"/>
              </a:lnSpc>
              <a:spcBef>
                <a:spcPts val="0"/>
              </a:spcBef>
              <a:spcAft>
                <a:spcPct val="0"/>
              </a:spcAft>
              <a:buClr>
                <a:schemeClr val="tx2"/>
              </a:buClr>
              <a:buFont typeface="Symbol" panose="05050102010706020507" pitchFamily="18" charset="2"/>
              <a:buChar char="-"/>
              <a:defRPr>
                <a:latin typeface="+mn-lt"/>
              </a:defRPr>
            </a:lvl7pPr>
            <a:lvl8pPr marL="648000" indent="-216000" defTabSz="576000" fontAlgn="base">
              <a:lnSpc>
                <a:spcPct val="120000"/>
              </a:lnSpc>
              <a:spcBef>
                <a:spcPts val="0"/>
              </a:spcBef>
              <a:spcAft>
                <a:spcPct val="0"/>
              </a:spcAft>
              <a:buClr>
                <a:schemeClr val="tx2"/>
              </a:buClr>
              <a:buFont typeface="Symbol" panose="05050102010706020507" pitchFamily="18" charset="2"/>
              <a:buChar char="-"/>
              <a:defRPr>
                <a:latin typeface="+mn-lt"/>
              </a:defRPr>
            </a:lvl8pPr>
            <a:lvl9pPr marL="648000" indent="-216000" defTabSz="576000" fontAlgn="base">
              <a:lnSpc>
                <a:spcPct val="120000"/>
              </a:lnSpc>
              <a:spcBef>
                <a:spcPts val="0"/>
              </a:spcBef>
              <a:spcAft>
                <a:spcPct val="0"/>
              </a:spcAft>
              <a:buClr>
                <a:schemeClr val="tx2"/>
              </a:buClr>
              <a:buFont typeface="Symbol" panose="05050102010706020507" pitchFamily="18" charset="2"/>
              <a:buChar char="-"/>
              <a:defRPr>
                <a:latin typeface="+mn-lt"/>
              </a:defRPr>
            </a:lvl9pPr>
          </a:lstStyle>
          <a:p>
            <a:pPr marL="0" indent="0" algn="ctr">
              <a:buNone/>
            </a:pPr>
            <a:r>
              <a:rPr lang="en-US" b="1" dirty="0">
                <a:solidFill>
                  <a:schemeClr val="dk1"/>
                </a:solidFill>
              </a:rPr>
              <a:t>Enhancements</a:t>
            </a:r>
          </a:p>
        </p:txBody>
      </p:sp>
      <p:sp>
        <p:nvSpPr>
          <p:cNvPr id="67" name="TextBox">
            <a:extLst>
              <a:ext uri="{FF2B5EF4-FFF2-40B4-BE49-F238E27FC236}">
                <a16:creationId xmlns:a16="http://schemas.microsoft.com/office/drawing/2014/main" id="{22E981C3-E5EA-2D6A-850F-CE5F624F5429}"/>
              </a:ext>
            </a:extLst>
          </p:cNvPr>
          <p:cNvSpPr txBox="1"/>
          <p:nvPr>
            <p:custDataLst>
              <p:tags r:id="rId11"/>
            </p:custDataLst>
          </p:nvPr>
        </p:nvSpPr>
        <p:spPr bwMode="auto">
          <a:xfrm>
            <a:off x="2766624" y="4542420"/>
            <a:ext cx="2092747" cy="1620001"/>
          </a:xfrm>
          <a:prstGeom prst="rect">
            <a:avLst/>
          </a:prstGeom>
        </p:spPr>
        <p:txBody>
          <a:bodyPr vert="horz" lIns="0" tIns="0" rIns="0" bIns="0" rtlCol="0">
            <a:noAutofit/>
          </a:bodyPr>
          <a:lstStyle>
            <a:lvl1pPr marL="216000" indent="-216000" defTabSz="576000" eaLnBrk="1" hangingPunct="1">
              <a:lnSpc>
                <a:spcPct val="120000"/>
              </a:lnSpc>
              <a:spcBef>
                <a:spcPts val="0"/>
              </a:spcBef>
              <a:spcAft>
                <a:spcPts val="0"/>
              </a:spcAft>
              <a:buClr>
                <a:schemeClr val="tx2"/>
              </a:buClr>
              <a:buSzPct val="100000"/>
              <a:buFont typeface="Arial" panose="020B0604020202020204" pitchFamily="34" charset="0"/>
              <a:buChar char="‒"/>
              <a:defRPr sz="1800" baseline="0">
                <a:latin typeface="+mn-lt"/>
              </a:defRPr>
            </a:lvl1pPr>
            <a:lvl2pPr marL="432000" lvl="1" indent="-216000" defTabSz="576000" eaLnBrk="1" hangingPunct="1">
              <a:lnSpc>
                <a:spcPct val="120000"/>
              </a:lnSpc>
              <a:spcBef>
                <a:spcPts val="0"/>
              </a:spcBef>
              <a:spcAft>
                <a:spcPts val="0"/>
              </a:spcAft>
              <a:buClr>
                <a:schemeClr val="tx2"/>
              </a:buClr>
              <a:buSzPct val="100000"/>
              <a:buFont typeface="Arial" panose="020B0604020202020204" pitchFamily="34" charset="0"/>
              <a:buChar char="‒"/>
              <a:defRPr sz="1600">
                <a:latin typeface="+mn-lt"/>
              </a:defRPr>
            </a:lvl2pPr>
            <a:lvl3pPr marL="648000" indent="-216000" defTabSz="576000" eaLnBrk="1" hangingPunct="1">
              <a:lnSpc>
                <a:spcPct val="120000"/>
              </a:lnSpc>
              <a:spcBef>
                <a:spcPts val="0"/>
              </a:spcBef>
              <a:spcAft>
                <a:spcPts val="0"/>
              </a:spcAft>
              <a:buClr>
                <a:schemeClr val="tx2"/>
              </a:buClr>
              <a:buSzPct val="100000"/>
              <a:buFont typeface="Arial" panose="020B0604020202020204" pitchFamily="34" charset="0"/>
              <a:buChar char="‒"/>
              <a:defRPr baseline="0">
                <a:latin typeface="+mn-lt"/>
              </a:defRPr>
            </a:lvl3pPr>
            <a:lvl4pPr marL="648000" indent="-216000" defTabSz="576000" eaLnBrk="1" hangingPunct="1">
              <a:lnSpc>
                <a:spcPct val="120000"/>
              </a:lnSpc>
              <a:spcBef>
                <a:spcPts val="0"/>
              </a:spcBef>
              <a:spcAft>
                <a:spcPts val="0"/>
              </a:spcAft>
              <a:buClr>
                <a:schemeClr val="tx2"/>
              </a:buClr>
              <a:buSzPct val="100000"/>
              <a:buFont typeface="Arial" panose="020B0604020202020204" pitchFamily="34" charset="0"/>
              <a:buChar char="‒"/>
              <a:defRPr baseline="0">
                <a:latin typeface="+mn-lt"/>
              </a:defRPr>
            </a:lvl4pPr>
            <a:lvl5pPr marL="648000" indent="-216000" defTabSz="576000" eaLnBrk="1" hangingPunct="1">
              <a:lnSpc>
                <a:spcPct val="120000"/>
              </a:lnSpc>
              <a:spcBef>
                <a:spcPts val="0"/>
              </a:spcBef>
              <a:spcAft>
                <a:spcPts val="0"/>
              </a:spcAft>
              <a:buClr>
                <a:schemeClr val="tx2"/>
              </a:buClr>
              <a:buSzPct val="100000"/>
              <a:buFont typeface="Arial" panose="020B0604020202020204" pitchFamily="34" charset="0"/>
              <a:buChar char="‒"/>
              <a:defRPr baseline="0">
                <a:latin typeface="+mn-lt"/>
              </a:defRPr>
            </a:lvl5pPr>
            <a:lvl6pPr marL="648000" indent="-216000" defTabSz="576000" fontAlgn="base">
              <a:lnSpc>
                <a:spcPct val="120000"/>
              </a:lnSpc>
              <a:spcBef>
                <a:spcPts val="0"/>
              </a:spcBef>
              <a:spcAft>
                <a:spcPts val="0"/>
              </a:spcAft>
              <a:buClr>
                <a:schemeClr val="tx2"/>
              </a:buClr>
              <a:buFont typeface="Arial" panose="020B0604020202020204" pitchFamily="34" charset="0"/>
              <a:buChar char="‒"/>
              <a:defRPr baseline="0">
                <a:latin typeface="+mn-lt"/>
              </a:defRPr>
            </a:lvl6pPr>
            <a:lvl7pPr marL="648000" indent="-216000" defTabSz="576000" fontAlgn="base">
              <a:lnSpc>
                <a:spcPct val="120000"/>
              </a:lnSpc>
              <a:spcBef>
                <a:spcPts val="0"/>
              </a:spcBef>
              <a:spcAft>
                <a:spcPct val="0"/>
              </a:spcAft>
              <a:buClr>
                <a:schemeClr val="tx2"/>
              </a:buClr>
              <a:buFont typeface="Arial" panose="020B0604020202020204" pitchFamily="34" charset="0"/>
              <a:buChar char="‒"/>
              <a:defRPr>
                <a:latin typeface="+mn-lt"/>
              </a:defRPr>
            </a:lvl7pPr>
            <a:lvl8pPr marL="648000" indent="-216000" defTabSz="576000" fontAlgn="base">
              <a:lnSpc>
                <a:spcPct val="120000"/>
              </a:lnSpc>
              <a:spcBef>
                <a:spcPts val="0"/>
              </a:spcBef>
              <a:spcAft>
                <a:spcPct val="0"/>
              </a:spcAft>
              <a:buClr>
                <a:schemeClr val="tx2"/>
              </a:buClr>
              <a:buFont typeface="Arial" panose="020B0604020202020204" pitchFamily="34" charset="0"/>
              <a:buChar char="‒"/>
              <a:defRPr>
                <a:latin typeface="+mn-lt"/>
              </a:defRPr>
            </a:lvl8pPr>
            <a:lvl9pPr marL="648000" indent="-216000" defTabSz="576000" fontAlgn="base">
              <a:lnSpc>
                <a:spcPct val="120000"/>
              </a:lnSpc>
              <a:spcBef>
                <a:spcPts val="0"/>
              </a:spcBef>
              <a:spcAft>
                <a:spcPct val="0"/>
              </a:spcAft>
              <a:buClr>
                <a:schemeClr val="tx2"/>
              </a:buClr>
              <a:buFont typeface="Arial" panose="020B0604020202020204" pitchFamily="34" charset="0"/>
              <a:buChar char="‒"/>
              <a:defRPr>
                <a:latin typeface="+mn-lt"/>
              </a:defRPr>
            </a:lvl9pPr>
          </a:lstStyle>
          <a:p>
            <a:r>
              <a:rPr lang="en-US" sz="1400" dirty="0"/>
              <a:t>Code development towards the GUI migration</a:t>
            </a:r>
          </a:p>
          <a:p>
            <a:r>
              <a:rPr lang="de-DE" sz="1400" dirty="0"/>
              <a:t>Additional features based on team‘s feedback</a:t>
            </a:r>
            <a:endParaRPr lang="en-US" sz="1400" dirty="0"/>
          </a:p>
        </p:txBody>
      </p:sp>
      <p:pic>
        <p:nvPicPr>
          <p:cNvPr id="44" name="Offer">
            <a:extLst>
              <a:ext uri="{FF2B5EF4-FFF2-40B4-BE49-F238E27FC236}">
                <a16:creationId xmlns:a16="http://schemas.microsoft.com/office/drawing/2014/main" id="{266E662D-84A6-42A4-953D-0757DD6DD30F}"/>
              </a:ext>
            </a:extLst>
          </p:cNvPr>
          <p:cNvPicPr>
            <a:picLocks noChangeAspect="1"/>
          </p:cNvPicPr>
          <p:nvPr>
            <p:custDataLst>
              <p:tags r:id="rId12"/>
            </p:custDataLst>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0428705" y="3403848"/>
            <a:ext cx="457200" cy="457200"/>
          </a:xfrm>
          <a:prstGeom prst="rect">
            <a:avLst/>
          </a:prstGeom>
        </p:spPr>
      </p:pic>
      <p:pic>
        <p:nvPicPr>
          <p:cNvPr id="45" name="IT">
            <a:extLst>
              <a:ext uri="{FF2B5EF4-FFF2-40B4-BE49-F238E27FC236}">
                <a16:creationId xmlns:a16="http://schemas.microsoft.com/office/drawing/2014/main" id="{BE372972-144E-4EC0-8DD7-5D15B589CDF6}"/>
              </a:ext>
            </a:extLst>
          </p:cNvPr>
          <p:cNvPicPr>
            <a:picLocks noChangeAspect="1"/>
          </p:cNvPicPr>
          <p:nvPr>
            <p:custDataLst>
              <p:tags r:id="rId13"/>
            </p:custDataLst>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3584397" y="3403848"/>
            <a:ext cx="457200" cy="457200"/>
          </a:xfrm>
          <a:prstGeom prst="rect">
            <a:avLst/>
          </a:prstGeom>
        </p:spPr>
      </p:pic>
      <p:pic>
        <p:nvPicPr>
          <p:cNvPr id="41" name="Rocket">
            <a:extLst>
              <a:ext uri="{FF2B5EF4-FFF2-40B4-BE49-F238E27FC236}">
                <a16:creationId xmlns:a16="http://schemas.microsoft.com/office/drawing/2014/main" id="{A057F304-037B-45C3-8DFF-9E80F6510436}"/>
              </a:ext>
            </a:extLst>
          </p:cNvPr>
          <p:cNvPicPr>
            <a:picLocks noChangeAspect="1"/>
          </p:cNvPicPr>
          <p:nvPr>
            <p:custDataLst>
              <p:tags r:id="rId14"/>
            </p:custDataLst>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1302963" y="3403848"/>
            <a:ext cx="457200" cy="457200"/>
          </a:xfrm>
          <a:prstGeom prst="rect">
            <a:avLst/>
          </a:prstGeom>
        </p:spPr>
      </p:pic>
      <p:pic>
        <p:nvPicPr>
          <p:cNvPr id="43" name="Target">
            <a:extLst>
              <a:ext uri="{FF2B5EF4-FFF2-40B4-BE49-F238E27FC236}">
                <a16:creationId xmlns:a16="http://schemas.microsoft.com/office/drawing/2014/main" id="{A0990664-37C7-4776-A876-F2313EE73AED}"/>
              </a:ext>
            </a:extLst>
          </p:cNvPr>
          <p:cNvPicPr>
            <a:picLocks noChangeAspect="1"/>
          </p:cNvPicPr>
          <p:nvPr>
            <p:custDataLst>
              <p:tags r:id="rId15"/>
            </p:custDataLst>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8147269" y="3403848"/>
            <a:ext cx="457200" cy="457200"/>
          </a:xfrm>
          <a:prstGeom prst="rect">
            <a:avLst/>
          </a:prstGeom>
        </p:spPr>
      </p:pic>
      <p:pic>
        <p:nvPicPr>
          <p:cNvPr id="42" name="Offer">
            <a:extLst>
              <a:ext uri="{FF2B5EF4-FFF2-40B4-BE49-F238E27FC236}">
                <a16:creationId xmlns:a16="http://schemas.microsoft.com/office/drawing/2014/main" id="{17BB855E-2B25-47D8-8F9C-C0431ED59C92}"/>
              </a:ext>
            </a:extLst>
          </p:cNvPr>
          <p:cNvPicPr>
            <a:picLocks noChangeAspect="1"/>
          </p:cNvPicPr>
          <p:nvPr>
            <p:custDataLst>
              <p:tags r:id="rId16"/>
            </p:custDataLst>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5865834" y="3403848"/>
            <a:ext cx="457200" cy="457200"/>
          </a:xfrm>
          <a:prstGeom prst="rect">
            <a:avLst/>
          </a:prstGeom>
        </p:spPr>
      </p:pic>
    </p:spTree>
    <p:custDataLst>
      <p:tags r:id="rId1"/>
    </p:custDataLst>
    <p:extLst>
      <p:ext uri="{BB962C8B-B14F-4D97-AF65-F5344CB8AC3E}">
        <p14:creationId xmlns:p14="http://schemas.microsoft.com/office/powerpoint/2010/main" val="10926470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4A0677-F997-4FD0-9662-627D0B3A4002}"/>
            </a:ext>
          </a:extLst>
        </p:cNvPr>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D63993DF-2DDE-5BD4-8FCD-442D2DCB3FE4}"/>
              </a:ext>
            </a:extLst>
          </p:cNvPr>
          <p:cNvGraphicFramePr>
            <a:graphicFrameLocks noChangeAspect="1"/>
          </p:cNvGraphicFramePr>
          <p:nvPr>
            <p:custDataLst>
              <p:tags r:id="rId3"/>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4138" name="think-cell Folie" r:id="rId7" imgW="305" imgH="303" progId="TCLayout.ActiveDocument.1">
                  <p:embed/>
                </p:oleObj>
              </mc:Choice>
              <mc:Fallback>
                <p:oleObj name="think-cell Folie" r:id="rId7" imgW="305" imgH="303" progId="TCLayout.ActiveDocument.1">
                  <p:embed/>
                  <p:pic>
                    <p:nvPicPr>
                      <p:cNvPr id="9" name="think-cell data - do not delete" hidden="1">
                        <a:extLst>
                          <a:ext uri="{FF2B5EF4-FFF2-40B4-BE49-F238E27FC236}">
                            <a16:creationId xmlns:a16="http://schemas.microsoft.com/office/drawing/2014/main" id="{D63993DF-2DDE-5BD4-8FCD-442D2DCB3FE4}"/>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pic>
        <p:nvPicPr>
          <p:cNvPr id="5" name="FAQ">
            <a:extLst>
              <a:ext uri="{FF2B5EF4-FFF2-40B4-BE49-F238E27FC236}">
                <a16:creationId xmlns:a16="http://schemas.microsoft.com/office/drawing/2014/main" id="{342AF72A-0661-BE0A-2D24-AAC2A61D61AD}"/>
              </a:ext>
            </a:extLst>
          </p:cNvPr>
          <p:cNvPicPr>
            <a:picLocks noChangeAspect="1"/>
          </p:cNvPicPr>
          <p:nvPr>
            <p:custDataLst>
              <p:tags r:id="rId4"/>
            </p:custDataLst>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7009566" y="2348880"/>
            <a:ext cx="3658433" cy="3658433"/>
          </a:xfrm>
          <a:prstGeom prst="rect">
            <a:avLst/>
          </a:prstGeom>
        </p:spPr>
      </p:pic>
      <p:sp>
        <p:nvSpPr>
          <p:cNvPr id="6" name="Textfeld 10">
            <a:extLst>
              <a:ext uri="{FF2B5EF4-FFF2-40B4-BE49-F238E27FC236}">
                <a16:creationId xmlns:a16="http://schemas.microsoft.com/office/drawing/2014/main" id="{3798648B-F54E-3D64-CC86-2821DCBD9CC3}"/>
              </a:ext>
            </a:extLst>
          </p:cNvPr>
          <p:cNvSpPr txBox="1"/>
          <p:nvPr/>
        </p:nvSpPr>
        <p:spPr bwMode="auto">
          <a:xfrm>
            <a:off x="334962" y="1267301"/>
            <a:ext cx="6265093" cy="3068532"/>
          </a:xfrm>
          <a:prstGeom prst="rect">
            <a:avLst/>
          </a:prstGeom>
          <a:noFill/>
          <a:ln w="9525">
            <a:noFill/>
            <a:miter lim="800000"/>
            <a:headEnd/>
            <a:tailEnd/>
          </a:ln>
          <a:effectLst/>
        </p:spPr>
        <p:txBody>
          <a:bodyPr wrap="square" lIns="0" tIns="0" rIns="0" bIns="0" rtlCol="0" anchor="b" anchorCtr="0">
            <a:spAutoFit/>
          </a:bodyPr>
          <a:lstStyle/>
          <a:p>
            <a:pPr>
              <a:lnSpc>
                <a:spcPct val="90000"/>
              </a:lnSpc>
              <a:spcBef>
                <a:spcPts val="600"/>
              </a:spcBef>
            </a:pPr>
            <a:r>
              <a:rPr lang="en-US" sz="5400" b="1" kern="0" dirty="0">
                <a:solidFill>
                  <a:srgbClr val="0A8276"/>
                </a:solidFill>
                <a:latin typeface="Arial" panose="020B0604020202020204" pitchFamily="34" charset="0"/>
              </a:rPr>
              <a:t>Thanks for the attention.</a:t>
            </a:r>
          </a:p>
          <a:p>
            <a:pPr>
              <a:lnSpc>
                <a:spcPct val="90000"/>
              </a:lnSpc>
              <a:spcBef>
                <a:spcPts val="600"/>
              </a:spcBef>
            </a:pPr>
            <a:r>
              <a:rPr lang="en-US" sz="5400" b="1" kern="0" dirty="0">
                <a:solidFill>
                  <a:srgbClr val="0A8276"/>
                </a:solidFill>
                <a:latin typeface="Arial" panose="020B0604020202020204" pitchFamily="34" charset="0"/>
              </a:rPr>
              <a:t>Are there any questions?</a:t>
            </a:r>
          </a:p>
        </p:txBody>
      </p:sp>
    </p:spTree>
    <p:custDataLst>
      <p:tags r:id="rId2"/>
    </p:custDataLst>
    <p:extLst>
      <p:ext uri="{BB962C8B-B14F-4D97-AF65-F5344CB8AC3E}">
        <p14:creationId xmlns:p14="http://schemas.microsoft.com/office/powerpoint/2010/main" val="341071059"/>
      </p:ext>
    </p:extLst>
  </p:cSld>
  <p:clrMapOvr>
    <a:masterClrMapping/>
  </p:clrMapOvr>
  <p:transition spd="slow"/>
</p:sld>
</file>

<file path=ppt/tags/tag1.xml><?xml version="1.0" encoding="utf-8"?>
<p:tagLst xmlns:a="http://schemas.openxmlformats.org/drawingml/2006/main" xmlns:r="http://schemas.openxmlformats.org/officeDocument/2006/relationships" xmlns:p="http://schemas.openxmlformats.org/presentationml/2006/main">
  <p:tag name="INCLMASTER" val="0"/>
  <p:tag name="SLIDESPERROW" val="4"/>
  <p:tag name="THUMBWIDTH" val="220"/>
  <p:tag name="INFINEON_CATEGORY" val="{&quot;CategoryList&quot;:[],&quot;CategoryDictionary&quot;:{}}"/>
  <p:tag name="EMPOWERCHARTSPROPERTIES_A_0" val="AAAAAAH//////////wEAAAAAAAAAAAAAACoqIFRoaXMgaXMgYSBMaXRlREIgZmlsZSAqKgcE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wUA/gsAAAAAAAAAAAAAIAD///////////////8AAAD///////////////8DAAAAAgD///////8DAAAAAwD///////////////////////////////////////////////////////////////////////////////////////////////////////////////////////////////////////////////////////////////////////////////////////////////////////////////////////////////////////////////////////////////////////////////////////////////////////////////////////////////////////////////////////////////////////////////////////////////////////////////////////////////////////////////////////////////////////////////////////////////8BACAA////////////////AAAO////////AwAAAAQA////////////////////////////////////////////////////////////////////////////////////////////////////////////////////////////////////////////////////////////////////////////////////////////////////////////////////////////////////////////////////////////////////////////////////////////////////////////////////////////////////////////////////////////////////////////////////////////////////////////////////////////////////////////////////////////////////////////////////////////////////////////////////////AgABAP///////wUAAAACABAAC10GBAEGmsRCrWeMKWDzcgcEAAAAAAADAAAAAAADAAAAAwADAAIA////////BQAAAAMAEAAL1tOUau8zpU2NYkRIb9lDWQQAAAABAAMAAAACAAMAAAAEAAMAAAAAAAMAAAAEAAQAAgD///////8FAAAABAAQAAtU0aCsIfNqT7UjuaR5MIJhBAAAAAIAAwAAAAMAAwAAAAE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AMOAAAAAAAAAAAAAP////+DAIMAAAAFX2lkABAAAAAEXQYEAQaaxEKtZ4wpYPNyBwNEYXRhABsAAAAETGlua2VkU2hhcGVEYXRhAAUAAAAAAAJOYW1lABkAAABMaW5rZWRTaGFwZXNEYXRhUHJvcGVydHkAEFZlcnNpb24AAAAAAAlMYXN0V3JpdGUAQe86A4IBAAAAAQD/////gwCDAAAABV9pZAAQAAAABNbTlGrvM6VNjWJESG/ZQ1kDRGF0YQAbAAAABExpbmtlZFNoYXBlRGF0YQAFAAAAAAACTmFtZQAZAAAATGlua2VkU2hhcGVzRGF0YVByb3BlcnR5ABBWZXJzaW9uAAEAAAAJTGFzdFdyaXRlAPjPZFaOAQAAAAIA/////8YAxgAAAAVfaWQAEAAAAARU0aCsIfNqT7UjuaR5MIJhA0RhdGEAUwAAAAhQcmVzZW50YXRpb25TY2FubmVkRm9yTGlua2VkU2hhcGVzAAECTnVtYmVyRm9ybWF0U2VwYXJhdG9yTW9kZQAKAAAAQXV0b21hdGljAAACTmFtZQAkAAAATGlua2VkU2hhcGVQcmVzZW50YXRpb25TZXR0aW5nc0RhdGEAEFZlcnNpb24AAAAAAAlMYXN0V3JpdGUAWe86A4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VCwAAAAAAAAAAAAAgAf///////////////wAAAP///////////////wUAAAAEAP///////wUAAAAEAP///////////////////////////////////////////////////////////////////////////////////////////////////////////////////////////////////////////////////////////////////////////////////////////////////////////////////////////////////////////////////////////////////////////////////////////////////////////////////////////////////////////////////////////////////////////////////////////////////////////////////////////////////////////////////////////////////////////////////////////////wEAIAH///////////////8AAA7///////8FAAAAAwD///////////////////////////////////////////////////////////////////////////////////////////////////////////////////////////////////////////////////////////////////////////////////////////////////////////////////////////////////////////////////////////////////////////////////////////////////////////////////////////////////////////////////////////////////////////////////////////////////////////////////////////////////////////////////////////////////////////////////////////////////////////////////////8CAAEBAwAAAAIA////////GgAGTGlua2VkU2hhcGVzRGF0YVByb3BlcnR5XzAEAAAAAAAFAAAABAAFAAAAAwADAAIBAwAAAAMA////////GgAGTGlua2VkU2hhcGVzRGF0YVByb3BlcnR5XzEEAAAAAQAFAAAAAgAFAAAAAQAFAAAABAD///////8EAAIBAwAAAAQA////////JQAGTGlua2VkU2hhcGVQcmVzZW50YXRpb25TZXR0aW5nc0RhdGFfMAQAAAACAAUAAAAAAAUAAAACAAUAAAAAAAUAAAAD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464432312502879"/>
  <p:tag name="EMPOWERCHARTSPROPERTIES_A_LENGTH" val="24576"/>
  <p:tag name="MIO_PRESENTATION_LANGUAGE" val="1033"/>
</p:tagLst>
</file>

<file path=ppt/tags/tag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5.xml><?xml version="1.0" encoding="utf-8"?>
<p:tagLst xmlns:a="http://schemas.openxmlformats.org/drawingml/2006/main" xmlns:r="http://schemas.openxmlformats.org/officeDocument/2006/relationships" xmlns:p="http://schemas.openxmlformats.org/presentationml/2006/main">
  <p:tag name="MIO_SHOW_DATE" val="False"/>
  <p:tag name="MIO_SHOW_FOOTER" val="False"/>
  <p:tag name="MIO_SHOW_PAGENUMBER" val="False"/>
  <p:tag name="MIO_CD_LAYOUT_VALID_AREA" val="False"/>
  <p:tag name="MIO_EMBED_FONT" val="False"/>
  <p:tag name="MIO_NUMBER_OF_VALID_LAYOUTS" val="20"/>
  <p:tag name="MIO_FALLBACK_LAYOUT" val="1"/>
  <p:tag name="MIO_AVOID_BLANK_LAYOUT" val="True"/>
  <p:tag name="MIO_MATCH_COLOR_SCHEME" val="False"/>
  <p:tag name="MIO_HDS" val="True"/>
  <p:tag name="MIO_SKIPVERSION" val="01.01.0001 00:00:00"/>
  <p:tag name="MIO_EKGUID" val="f8120ca7-cceb-428f-a7d0-f20ce9397e1b"/>
  <p:tag name="MIO_UPDATE" val="True"/>
  <p:tag name="MIO_VERSION" val="19.01.2026 11:45:53"/>
  <p:tag name="MIO_DBID" val="FDE84254-54DB-49E3-9A0E-CDE72035D530"/>
  <p:tag name="MIO_LASTDOWNLOADED" val="20.01.2026 11:26:20.598"/>
  <p:tag name="MIO_OBJECTNAME" val="Infineon LCD 16:9"/>
  <p:tag name="MIO_CONTENTTAG" val="EiShwbTq9Uuj32IvFcNsTw=="/>
  <p:tag name="MIO_CDID" val="e2fc2f9e-d5cf-4311-b3a1-0559b8fd1ab8"/>
</p:tagLst>
</file>

<file path=ppt/tags/tag6.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5.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1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4.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2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2.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3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40.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4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4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4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4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4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4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4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4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4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5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5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5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5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5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5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5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57.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5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5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6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6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6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6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6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6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6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6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6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69.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7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7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7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7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7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7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7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7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7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7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8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81.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8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8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8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85.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8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8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8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8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9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9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9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9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9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9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9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9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9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9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00.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10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0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0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0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0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0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0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0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0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1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1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12.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11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1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1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1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1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1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1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2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2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2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2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24.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12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2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2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2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2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3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3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3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3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3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3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36.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13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3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3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4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4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4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4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4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4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4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4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48.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14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5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5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5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5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5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5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5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5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5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5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60.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16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6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6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6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6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6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6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6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6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7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7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72.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17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7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7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7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7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7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7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8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8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8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8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8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8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8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8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8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8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90.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19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9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9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94.xml><?xml version="1.0" encoding="utf-8"?>
<p:tagLst xmlns:a="http://schemas.openxmlformats.org/drawingml/2006/main" xmlns:r="http://schemas.openxmlformats.org/officeDocument/2006/relationships" xmlns:p="http://schemas.openxmlformats.org/presentationml/2006/main">
  <p:tag name="MIO_PLACEHOLDER_MAPPING" val="Infineon 16:9MIOPlaceholderMapping.IFX_Final_ClaimMIOPlaceholderMapping.19MIOPlaceholderMapping-Infineon 16:9MIOPlaceholderMapping.FinalMIOPlaceholderMapping.18"/>
</p:tagLst>
</file>

<file path=ppt/tags/tag19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9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9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9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9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0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0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0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0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0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0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0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0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0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0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1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1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1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1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1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15.xml><?xml version="1.0" encoding="utf-8"?>
<p:tagLst xmlns:a="http://schemas.openxmlformats.org/drawingml/2006/main" xmlns:r="http://schemas.openxmlformats.org/officeDocument/2006/relationships" xmlns:p="http://schemas.openxmlformats.org/presentationml/2006/main">
  <p:tag name="MIO_GUID" val="db3a370e-252d-4f02-8e09-bb581c5a380e"/>
  <p:tag name="MIO_EKGUID" val="4e22a714-2d62-40e5-8df4-6ddab5371e43"/>
  <p:tag name="MIO_UPDATE" val="True"/>
  <p:tag name="MIO_VERSION" val="09.03.2023 11:26:30"/>
  <p:tag name="MIO_DBID" val="FDE84254-54DB-49E3-9A0E-CDE72035D530"/>
  <p:tag name="MIO_LASTDOWNLOADED" val="25.03.2026 15:59:49.137"/>
  <p:tag name="MIO_OBJECTNAME" val="Arrow-based timeline"/>
  <p:tag name="MIO_CONTENTTAG" val="sYlKYkmpOUiSw/aR6ybFv9NMhpH68MhFgHCVemxD2O8="/>
  <p:tag name="MIO_LASTEDITORNAME" val="Verena Kohl"/>
</p:tagLst>
</file>

<file path=ppt/tags/tag216.xml><?xml version="1.0" encoding="utf-8"?>
<p:tagLst xmlns:a="http://schemas.openxmlformats.org/drawingml/2006/main" xmlns:r="http://schemas.openxmlformats.org/officeDocument/2006/relationships" xmlns:p="http://schemas.openxmlformats.org/presentationml/2006/main">
  <p:tag name="MIO_EKGUID" val="74263d8d-5d4b-4827-8ab9-1c90587cd5db"/>
  <p:tag name="MIO_GUID" val="2efcea2c-5a51-48f7-b720-825174daecd0"/>
  <p:tag name="MIO_UPDATE" val="True"/>
  <p:tag name="MIO_VERSION" val="06.02.2023 10:34:47"/>
  <p:tag name="MIO_DBID" val="0F45B44C-9BC7-4D85-81C4-7155EE70A7B9"/>
  <p:tag name="MIO_LASTDOWNLOADED" val="07.02.2023 12:38:49.607"/>
  <p:tag name="MIO_OBJECTNAME" val="TextBox"/>
  <p:tag name="MIO_LASTEDITORNAME" val=" Verena Kohl"/>
</p:tagLst>
</file>

<file path=ppt/tags/tag217.xml><?xml version="1.0" encoding="utf-8"?>
<p:tagLst xmlns:a="http://schemas.openxmlformats.org/drawingml/2006/main" xmlns:r="http://schemas.openxmlformats.org/officeDocument/2006/relationships" xmlns:p="http://schemas.openxmlformats.org/presentationml/2006/main">
  <p:tag name="MIO_EKGUID" val="74263d8d-5d4b-4827-8ab9-1c90587cd5db"/>
  <p:tag name="MIO_GUID" val="a49dec4b-da6f-488b-92d3-205209d67bef"/>
  <p:tag name="MIO_UPDATE" val="True"/>
  <p:tag name="MIO_VERSION" val="06.02.2023 10:34:47"/>
  <p:tag name="MIO_DBID" val="0F45B44C-9BC7-4D85-81C4-7155EE70A7B9"/>
  <p:tag name="MIO_LASTDOWNLOADED" val="07.02.2023 12:29:31.707"/>
  <p:tag name="MIO_OBJECTNAME" val="TextBox"/>
  <p:tag name="MIO_LASTEDITORNAME" val=" Verena Kohl"/>
</p:tagLst>
</file>

<file path=ppt/tags/tag218.xml><?xml version="1.0" encoding="utf-8"?>
<p:tagLst xmlns:a="http://schemas.openxmlformats.org/drawingml/2006/main" xmlns:r="http://schemas.openxmlformats.org/officeDocument/2006/relationships" xmlns:p="http://schemas.openxmlformats.org/presentationml/2006/main">
  <p:tag name="MIO_EKGUID" val="74263d8d-5d4b-4827-8ab9-1c90587cd5db"/>
  <p:tag name="MIO_GUID" val="2efcea2c-5a51-48f7-b720-825174daecd0"/>
  <p:tag name="MIO_UPDATE" val="True"/>
  <p:tag name="MIO_VERSION" val="06.02.2023 10:34:47"/>
  <p:tag name="MIO_DBID" val="0F45B44C-9BC7-4D85-81C4-7155EE70A7B9"/>
  <p:tag name="MIO_LASTDOWNLOADED" val="07.02.2023 12:38:49.607"/>
  <p:tag name="MIO_OBJECTNAME" val="TextBox"/>
  <p:tag name="MIO_LASTEDITORNAME" val=" Verena Kohl"/>
</p:tagLst>
</file>

<file path=ppt/tags/tag219.xml><?xml version="1.0" encoding="utf-8"?>
<p:tagLst xmlns:a="http://schemas.openxmlformats.org/drawingml/2006/main" xmlns:r="http://schemas.openxmlformats.org/officeDocument/2006/relationships" xmlns:p="http://schemas.openxmlformats.org/presentationml/2006/main">
  <p:tag name="MIO_EKGUID" val="74263d8d-5d4b-4827-8ab9-1c90587cd5db"/>
  <p:tag name="MIO_GUID" val="a49dec4b-da6f-488b-92d3-205209d67bef"/>
  <p:tag name="MIO_UPDATE" val="True"/>
  <p:tag name="MIO_VERSION" val="06.02.2023 10:34:47"/>
  <p:tag name="MIO_DBID" val="0F45B44C-9BC7-4D85-81C4-7155EE70A7B9"/>
  <p:tag name="MIO_LASTDOWNLOADED" val="07.02.2023 12:29:31.707"/>
  <p:tag name="MIO_OBJECTNAME" val="TextBox"/>
  <p:tag name="MIO_LASTEDITORNAME" val=" Verena Kohl"/>
</p:tagLst>
</file>

<file path=ppt/tags/tag220.xml><?xml version="1.0" encoding="utf-8"?>
<p:tagLst xmlns:a="http://schemas.openxmlformats.org/drawingml/2006/main" xmlns:r="http://schemas.openxmlformats.org/officeDocument/2006/relationships" xmlns:p="http://schemas.openxmlformats.org/presentationml/2006/main">
  <p:tag name="MIO_EKGUID" val="74263d8d-5d4b-4827-8ab9-1c90587cd5db"/>
  <p:tag name="MIO_GUID" val="2efcea2c-5a51-48f7-b720-825174daecd0"/>
  <p:tag name="MIO_UPDATE" val="True"/>
  <p:tag name="MIO_VERSION" val="06.02.2023 10:34:47"/>
  <p:tag name="MIO_DBID" val="0F45B44C-9BC7-4D85-81C4-7155EE70A7B9"/>
  <p:tag name="MIO_LASTDOWNLOADED" val="07.02.2023 12:38:49.607"/>
  <p:tag name="MIO_OBJECTNAME" val="TextBox"/>
  <p:tag name="MIO_LASTEDITORNAME" val=" Verena Kohl"/>
</p:tagLst>
</file>

<file path=ppt/tags/tag221.xml><?xml version="1.0" encoding="utf-8"?>
<p:tagLst xmlns:a="http://schemas.openxmlformats.org/drawingml/2006/main" xmlns:r="http://schemas.openxmlformats.org/officeDocument/2006/relationships" xmlns:p="http://schemas.openxmlformats.org/presentationml/2006/main">
  <p:tag name="MIO_EKGUID" val="74263d8d-5d4b-4827-8ab9-1c90587cd5db"/>
  <p:tag name="MIO_GUID" val="a49dec4b-da6f-488b-92d3-205209d67bef"/>
  <p:tag name="MIO_UPDATE" val="True"/>
  <p:tag name="MIO_VERSION" val="06.02.2023 10:34:47"/>
  <p:tag name="MIO_DBID" val="0F45B44C-9BC7-4D85-81C4-7155EE70A7B9"/>
  <p:tag name="MIO_LASTDOWNLOADED" val="07.02.2023 12:29:31.707"/>
  <p:tag name="MIO_OBJECTNAME" val="TextBox"/>
  <p:tag name="MIO_LASTEDITORNAME" val=" Verena Kohl"/>
</p:tagLst>
</file>

<file path=ppt/tags/tag222.xml><?xml version="1.0" encoding="utf-8"?>
<p:tagLst xmlns:a="http://schemas.openxmlformats.org/drawingml/2006/main" xmlns:r="http://schemas.openxmlformats.org/officeDocument/2006/relationships" xmlns:p="http://schemas.openxmlformats.org/presentationml/2006/main">
  <p:tag name="MIO_EKGUID" val="74263d8d-5d4b-4827-8ab9-1c90587cd5db"/>
  <p:tag name="MIO_GUID" val="2efcea2c-5a51-48f7-b720-825174daecd0"/>
  <p:tag name="MIO_UPDATE" val="True"/>
  <p:tag name="MIO_VERSION" val="06.02.2023 10:34:47"/>
  <p:tag name="MIO_DBID" val="0F45B44C-9BC7-4D85-81C4-7155EE70A7B9"/>
  <p:tag name="MIO_LASTDOWNLOADED" val="07.02.2023 12:38:49.607"/>
  <p:tag name="MIO_OBJECTNAME" val="TextBox"/>
  <p:tag name="MIO_LASTEDITORNAME" val=" Verena Kohl"/>
</p:tagLst>
</file>

<file path=ppt/tags/tag223.xml><?xml version="1.0" encoding="utf-8"?>
<p:tagLst xmlns:a="http://schemas.openxmlformats.org/drawingml/2006/main" xmlns:r="http://schemas.openxmlformats.org/officeDocument/2006/relationships" xmlns:p="http://schemas.openxmlformats.org/presentationml/2006/main">
  <p:tag name="MIO_EKGUID" val="74263d8d-5d4b-4827-8ab9-1c90587cd5db"/>
  <p:tag name="MIO_GUID" val="a49dec4b-da6f-488b-92d3-205209d67bef"/>
  <p:tag name="MIO_UPDATE" val="True"/>
  <p:tag name="MIO_VERSION" val="06.02.2023 10:34:47"/>
  <p:tag name="MIO_DBID" val="0F45B44C-9BC7-4D85-81C4-7155EE70A7B9"/>
  <p:tag name="MIO_LASTDOWNLOADED" val="07.02.2023 12:29:31.707"/>
  <p:tag name="MIO_OBJECTNAME" val="TextBox"/>
  <p:tag name="MIO_LASTEDITORNAME" val=" Verena Kohl"/>
</p:tagLst>
</file>

<file path=ppt/tags/tag224.xml><?xml version="1.0" encoding="utf-8"?>
<p:tagLst xmlns:a="http://schemas.openxmlformats.org/drawingml/2006/main" xmlns:r="http://schemas.openxmlformats.org/officeDocument/2006/relationships" xmlns:p="http://schemas.openxmlformats.org/presentationml/2006/main">
  <p:tag name="MIO_EKGUID" val="74263d8d-5d4b-4827-8ab9-1c90587cd5db"/>
  <p:tag name="MIO_GUID" val="2efcea2c-5a51-48f7-b720-825174daecd0"/>
  <p:tag name="MIO_UPDATE" val="True"/>
  <p:tag name="MIO_VERSION" val="06.02.2023 10:34:47"/>
  <p:tag name="MIO_DBID" val="0F45B44C-9BC7-4D85-81C4-7155EE70A7B9"/>
  <p:tag name="MIO_LASTDOWNLOADED" val="07.02.2023 12:38:49.607"/>
  <p:tag name="MIO_OBJECTNAME" val="TextBox"/>
  <p:tag name="MIO_LASTEDITORNAME" val=" Verena Kohl"/>
</p:tagLst>
</file>

<file path=ppt/tags/tag225.xml><?xml version="1.0" encoding="utf-8"?>
<p:tagLst xmlns:a="http://schemas.openxmlformats.org/drawingml/2006/main" xmlns:r="http://schemas.openxmlformats.org/officeDocument/2006/relationships" xmlns:p="http://schemas.openxmlformats.org/presentationml/2006/main">
  <p:tag name="MIO_EKGUID" val="74263d8d-5d4b-4827-8ab9-1c90587cd5db"/>
  <p:tag name="MIO_GUID" val="a49dec4b-da6f-488b-92d3-205209d67bef"/>
  <p:tag name="MIO_UPDATE" val="True"/>
  <p:tag name="MIO_VERSION" val="06.02.2023 10:34:47"/>
  <p:tag name="MIO_DBID" val="0F45B44C-9BC7-4D85-81C4-7155EE70A7B9"/>
  <p:tag name="MIO_LASTDOWNLOADED" val="07.02.2023 12:29:31.707"/>
  <p:tag name="MIO_OBJECTNAME" val="TextBox"/>
  <p:tag name="MIO_LASTEDITORNAME" val=" Verena Kohl"/>
</p:tagLst>
</file>

<file path=ppt/tags/tag226.xml><?xml version="1.0" encoding="utf-8"?>
<p:tagLst xmlns:a="http://schemas.openxmlformats.org/drawingml/2006/main" xmlns:r="http://schemas.openxmlformats.org/officeDocument/2006/relationships" xmlns:p="http://schemas.openxmlformats.org/presentationml/2006/main">
  <p:tag name="MIO_EKGUID" val="98fe3926-9bfd-49a9-b0ca-311de67c56e4"/>
  <p:tag name="MIO_GUID" val="af2a4822-c57b-41fd-80f3-061041246106"/>
  <p:tag name="MIO_UPDATE" val="True"/>
  <p:tag name="MIO_VERSION" val="05.03.2023 11:14:08"/>
  <p:tag name="MIO_DBID" val="FDE84254-54DB-49E3-9A0E-CDE72035D530"/>
  <p:tag name="MIO_LASTDOWNLOADED" val="25.03.2026 16:11:35.071"/>
  <p:tag name="MIO_OBJECTNAME" val="Offer"/>
  <p:tag name="MIO_CONTENTTAG" val="1AKEX/SWVEe2TAHWKAhCecaP+J+NK+pOuN7ZsdEFZ9s="/>
  <p:tag name="MIO_LASTEDITORNAME" val="Verena Kohl"/>
</p:tagLst>
</file>

<file path=ppt/tags/tag227.xml><?xml version="1.0" encoding="utf-8"?>
<p:tagLst xmlns:a="http://schemas.openxmlformats.org/drawingml/2006/main" xmlns:r="http://schemas.openxmlformats.org/officeDocument/2006/relationships" xmlns:p="http://schemas.openxmlformats.org/presentationml/2006/main">
  <p:tag name="MIO_EKGUID" val="7dac95bd-9852-44b1-a154-6b2adc113654"/>
  <p:tag name="MIO_GUID" val="0577ed91-bfab-4650-afbe-cf0321890f46"/>
  <p:tag name="MIO_UPDATE" val="True"/>
  <p:tag name="MIO_VERSION" val="05.03.2023 11:13:05"/>
  <p:tag name="MIO_DBID" val="FDE84254-54DB-49E3-9A0E-CDE72035D530"/>
  <p:tag name="MIO_LASTDOWNLOADED" val="25.03.2026 16:11:59.887"/>
  <p:tag name="MIO_OBJECTNAME" val="IT"/>
  <p:tag name="MIO_CONTENTTAG" val="AUloebVFn0uluSbYsduVFtxwmuThaTxKjQ368kxmEVA="/>
  <p:tag name="MIO_LASTEDITORNAME" val="Verena Kohl"/>
</p:tagLst>
</file>

<file path=ppt/tags/tag228.xml><?xml version="1.0" encoding="utf-8"?>
<p:tagLst xmlns:a="http://schemas.openxmlformats.org/drawingml/2006/main" xmlns:r="http://schemas.openxmlformats.org/officeDocument/2006/relationships" xmlns:p="http://schemas.openxmlformats.org/presentationml/2006/main">
  <p:tag name="MIO_EKGUID" val="cc8aeb1b-ccb2-4482-8bc4-b4f8c0f1d589"/>
  <p:tag name="MIO_GUID" val="53030b68-71fd-4319-a862-2bcd8cbba9fc"/>
  <p:tag name="MIO_UPDATE" val="True"/>
  <p:tag name="MIO_VERSION" val="01.08.2023 10:17:01"/>
  <p:tag name="MIO_DBID" val="FDE84254-54DB-49E3-9A0E-CDE72035D530"/>
  <p:tag name="MIO_LASTDOWNLOADED" val="25.03.2026 17:30:35.018"/>
  <p:tag name="MIO_OBJECTNAME" val="Rocket"/>
  <p:tag name="MIO_CONTENTTAG" val="eQ20V+UNXUmZwTat5zkvT2Adp4E79c1EnDg29QIqzKI="/>
  <p:tag name="MIO_LASTEDITORNAME" val="Verena Kohl"/>
</p:tagLst>
</file>

<file path=ppt/tags/tag229.xml><?xml version="1.0" encoding="utf-8"?>
<p:tagLst xmlns:a="http://schemas.openxmlformats.org/drawingml/2006/main" xmlns:r="http://schemas.openxmlformats.org/officeDocument/2006/relationships" xmlns:p="http://schemas.openxmlformats.org/presentationml/2006/main">
  <p:tag name="MIO_EKGUID" val="aa76c62f-21e2-4e69-b537-944e496b4814"/>
  <p:tag name="MIO_GUID" val="7758fd38-1bbe-48b8-b9bf-9096f7f797e5"/>
  <p:tag name="MIO_UPDATE" val="True"/>
  <p:tag name="MIO_VERSION" val="05.03.2023 11:18:14"/>
  <p:tag name="MIO_DBID" val="FDE84254-54DB-49E3-9A0E-CDE72035D530"/>
  <p:tag name="MIO_LASTDOWNLOADED" val="25.03.2026 16:05:46.279"/>
  <p:tag name="MIO_OBJECTNAME" val="Target"/>
  <p:tag name="MIO_CONTENTTAG" val="w4nizReicEWMXgtfvzcNRUsqu8YmZipOuxVo/PV7XnQ="/>
  <p:tag name="MIO_LASTEDITORNAME" val="Verena Kohl"/>
</p:tagLst>
</file>

<file path=ppt/tags/tag230.xml><?xml version="1.0" encoding="utf-8"?>
<p:tagLst xmlns:a="http://schemas.openxmlformats.org/drawingml/2006/main" xmlns:r="http://schemas.openxmlformats.org/officeDocument/2006/relationships" xmlns:p="http://schemas.openxmlformats.org/presentationml/2006/main">
  <p:tag name="MIO_EKGUID" val="98fe3926-9bfd-49a9-b0ca-311de67c56e4"/>
  <p:tag name="MIO_GUID" val="6d09a4fc-b7cf-4706-9729-a991e9fc898e"/>
  <p:tag name="MIO_UPDATE" val="True"/>
  <p:tag name="MIO_VERSION" val="05.03.2023 11:14:08"/>
  <p:tag name="MIO_DBID" val="FDE84254-54DB-49E3-9A0E-CDE72035D530"/>
  <p:tag name="MIO_LASTDOWNLOADED" val="25.03.2026 16:05:07.073"/>
  <p:tag name="MIO_OBJECTNAME" val="Offer"/>
  <p:tag name="MIO_CONTENTTAG" val="1AKEX/SWVEe2TAHWKAhCecaP+J+NK+pOuN7ZsdEFZ9s="/>
  <p:tag name="MIO_LASTEDITORNAME" val="Verena Kohl"/>
</p:tagLst>
</file>

<file path=ppt/tags/tag231.xml><?xml version="1.0" encoding="utf-8"?>
<p:tagLst xmlns:a="http://schemas.openxmlformats.org/drawingml/2006/main" xmlns:r="http://schemas.openxmlformats.org/officeDocument/2006/relationships" xmlns:p="http://schemas.openxmlformats.org/presentationml/2006/main">
  <p:tag name="MIO_GUID" val="952f7aad-aa87-408b-a033-dc4e06a8b2e2"/>
  <p:tag name="MIO_EKGUID" val="86a22986-6ee5-41d1-9534-97d5c70c80fa"/>
  <p:tag name="MIO_UPDATE" val="True"/>
  <p:tag name="MIO_VERSION" val="03.06.2025 11:45:43"/>
  <p:tag name="MIO_DBID" val="FDE84254-54DB-49E3-9A0E-CDE72035D530"/>
  <p:tag name="MIO_LASTDOWNLOADED" val="22.03.2026 20:07:56.357"/>
  <p:tag name="MIO_OBJECTNAME" val="Questions"/>
  <p:tag name="MIO_CONTENTTAG" val="J8zTXuM7FUO9aDsF0h1zzQ=="/>
  <p:tag name="MIO_LASTEDITORNAME" val="Alina Raquel Grunert da Fonseca"/>
</p:tagLst>
</file>

<file path=ppt/tags/tag2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3.xml><?xml version="1.0" encoding="utf-8"?>
<p:tagLst xmlns:a="http://schemas.openxmlformats.org/drawingml/2006/main" xmlns:r="http://schemas.openxmlformats.org/officeDocument/2006/relationships" xmlns:p="http://schemas.openxmlformats.org/presentationml/2006/main">
  <p:tag name="MIO_EKGUID" val="c12fdbcc-e779-4c29-908d-036b171b2960"/>
  <p:tag name="MIO_GUID" val="b73c909e-3d70-4731-8a68-d6f964e468d7"/>
  <p:tag name="MIO_UPDATE" val="True"/>
  <p:tag name="MIO_VERSION" val="30.03.2023 13:09:33"/>
  <p:tag name="MIO_DBID" val="FDE84254-54DB-49E3-9A0E-CDE72035D530"/>
  <p:tag name="MIO_LASTDOWNLOADED" val="21.05.2025 13:13:26.095"/>
  <p:tag name="MIO_OBJECTNAME" val="FAQ"/>
  <p:tag name="MIO_CONTENTTAG" val="Z/H88EFyOEGZzsKBPpaaZVbIKvuWpGNFpcXtNVgZmlE="/>
  <p:tag name="MIO_LASTEDITORNAME" val="Verena Kohl"/>
</p:tagLst>
</file>

<file path=ppt/theme/theme1.xml><?xml version="1.0" encoding="utf-8"?>
<a:theme xmlns:a="http://schemas.openxmlformats.org/drawingml/2006/main" name="Infineon 16:9">
  <a:themeElements>
    <a:clrScheme name="Infineon 2023 - 2">
      <a:dk1>
        <a:srgbClr val="1D1D1D"/>
      </a:dk1>
      <a:lt1>
        <a:srgbClr val="FFFFFF"/>
      </a:lt1>
      <a:dk2>
        <a:srgbClr val="0A8276"/>
      </a:dk2>
      <a:lt2>
        <a:srgbClr val="8D8786"/>
      </a:lt2>
      <a:accent1>
        <a:srgbClr val="0A8276"/>
      </a:accent1>
      <a:accent2>
        <a:srgbClr val="575352"/>
      </a:accent2>
      <a:accent3>
        <a:srgbClr val="F97414"/>
      </a:accent3>
      <a:accent4>
        <a:srgbClr val="9BBA43"/>
      </a:accent4>
      <a:accent5>
        <a:srgbClr val="FCD442"/>
      </a:accent5>
      <a:accent6>
        <a:srgbClr val="9C216E"/>
      </a:accent6>
      <a:hlink>
        <a:srgbClr val="0A8276"/>
      </a:hlink>
      <a:folHlink>
        <a:srgbClr val="0A8276"/>
      </a:folHlink>
    </a:clrScheme>
    <a:fontScheme name="Infineon">
      <a:majorFont>
        <a:latin typeface="Arial"/>
        <a:ea typeface="Arial Unicode MS"/>
        <a:cs typeface="Arial"/>
      </a:majorFont>
      <a:minorFont>
        <a:latin typeface="Arial"/>
        <a:ea typeface="Arial Unicode MS"/>
        <a:cs typeface="Arial"/>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tx2"/>
        </a:solidFill>
        <a:ln w="9525">
          <a:noFill/>
          <a:miter lim="800000"/>
          <a:headEnd/>
          <a:tailEnd/>
        </a:ln>
      </a:spPr>
      <a:bodyPr wrap="square" lIns="72000" tIns="72000" rIns="72000" bIns="72000" rtlCol="0" anchor="ctr"/>
      <a:lstStyle>
        <a:defPPr algn="ctr" defTabSz="576000" eaLnBrk="0" hangingPunct="0">
          <a:lnSpc>
            <a:spcPct val="120000"/>
          </a:lnSpc>
          <a:defRPr sz="1600" baseline="0" dirty="0">
            <a:solidFill>
              <a:schemeClr val="bg1"/>
            </a:solidFill>
            <a:latin typeface="+mn-lt"/>
            <a:ea typeface="+mn-ea"/>
            <a:cs typeface="+mn-cs"/>
          </a:defRPr>
        </a:defPPr>
      </a:lstStyle>
    </a:spDef>
    <a:lnDef>
      <a:spPr>
        <a:ln w="9525">
          <a:solidFill>
            <a:schemeClr val="bg2"/>
          </a:solidFill>
          <a:tailEnd type="none"/>
        </a:ln>
      </a:spPr>
      <a:bodyPr/>
      <a:lstStyle/>
      <a:style>
        <a:lnRef idx="1">
          <a:schemeClr val="accent1"/>
        </a:lnRef>
        <a:fillRef idx="0">
          <a:schemeClr val="accent1"/>
        </a:fillRef>
        <a:effectRef idx="0">
          <a:schemeClr val="accent1"/>
        </a:effectRef>
        <a:fontRef idx="minor">
          <a:schemeClr val="tx1"/>
        </a:fontRef>
      </a:style>
    </a:lnDef>
    <a:txDef>
      <a:spPr bwMode="auto">
        <a:noFill/>
        <a:ln w="9525">
          <a:noFill/>
          <a:miter lim="800000"/>
          <a:headEnd/>
          <a:tailEnd/>
        </a:ln>
        <a:effectLst/>
      </a:spPr>
      <a:bodyPr wrap="square" lIns="0" tIns="0" rIns="0" bIns="0" rtlCol="0" anchor="t" anchorCtr="0">
        <a:spAutoFit/>
      </a:bodyPr>
      <a:lstStyle>
        <a:defPPr marL="252000" marR="0" indent="-252000" algn="l" defTabSz="576000" eaLnBrk="0" fontAlgn="auto" latinLnBrk="0" hangingPunct="0">
          <a:lnSpc>
            <a:spcPct val="120000"/>
          </a:lnSpc>
          <a:spcBef>
            <a:spcPts val="0"/>
          </a:spcBef>
          <a:spcAft>
            <a:spcPts val="0"/>
          </a:spcAft>
          <a:buClr>
            <a:schemeClr val="tx2"/>
          </a:buClr>
          <a:buSzTx/>
          <a:buFont typeface="Arial" panose="020B0604020202020204" pitchFamily="34" charset="0"/>
          <a:buChar char="‒"/>
          <a:tabLst/>
          <a:defRPr sz="1800" kern="0" baseline="0" dirty="0">
            <a:latin typeface="+mn-lt"/>
            <a:ea typeface="+mn-ea"/>
            <a:cs typeface="+mn-cs"/>
          </a:defRPr>
        </a:defPPr>
      </a:lstStyle>
    </a:txDef>
  </a:objectDefaults>
  <a:extraClrSchemeLst/>
  <a:custClrLst>
    <a:custClr name="Ocean 100">
      <a:srgbClr val="0A8276"/>
    </a:custClr>
    <a:custClr name="Ocean 80">
      <a:srgbClr val="3B9B91"/>
    </a:custClr>
    <a:custClr name="Ocean 60">
      <a:srgbClr val="6CB4AD"/>
    </a:custClr>
    <a:custClr name="Ocean 40">
      <a:srgbClr val="B8DEDA"/>
    </a:custClr>
    <a:custClr name="White">
      <a:srgbClr val="FFFFFF"/>
    </a:custClr>
    <a:custClr name="White">
      <a:srgbClr val="FFFFFF"/>
    </a:custClr>
    <a:custClr name="White ">
      <a:srgbClr val="FFFFFF"/>
    </a:custClr>
    <a:custClr name="White ">
      <a:srgbClr val="FFFFFF"/>
    </a:custClr>
    <a:custClr name="White ">
      <a:srgbClr val="FFFFFF"/>
    </a:custClr>
    <a:custClr name="White ">
      <a:srgbClr val="FFFFFF"/>
    </a:custClr>
    <a:custClr name="Lawn Main">
      <a:srgbClr val="9BBA43"/>
    </a:custClr>
    <a:custClr name="Berry Main">
      <a:srgbClr val="9C216E"/>
    </a:custClr>
    <a:custClr name="Engineering Main">
      <a:srgbClr val="575352"/>
    </a:custClr>
    <a:custClr name="Sun Main">
      <a:srgbClr val="F97414"/>
    </a:custClr>
    <a:custClr name="Sand Main">
      <a:srgbClr val="FCD442"/>
    </a:custClr>
    <a:custClr name="White">
      <a:srgbClr val="FFFFFF"/>
    </a:custClr>
    <a:custClr name="White ">
      <a:srgbClr val="FFFFFF"/>
    </a:custClr>
    <a:custClr name="White ">
      <a:srgbClr val="FFFFFF"/>
    </a:custClr>
    <a:custClr name="White ">
      <a:srgbClr val="FFFFFF"/>
    </a:custClr>
    <a:custClr name="White ">
      <a:srgbClr val="FFFFFF"/>
    </a:custClr>
    <a:custClr name="Lawn Light">
      <a:srgbClr val="B9D257"/>
    </a:custClr>
    <a:custClr name="Berry Light">
      <a:srgbClr val="BE3283"/>
    </a:custClr>
    <a:custClr name="Engineering Light">
      <a:srgbClr val="8D8786"/>
    </a:custClr>
    <a:custClr name="Sun Light">
      <a:srgbClr val="FF9737"/>
    </a:custClr>
    <a:custClr name="Sand Light">
      <a:srgbClr val="FBE273"/>
    </a:custClr>
    <a:custClr name="White ">
      <a:srgbClr val="FFFFFF"/>
    </a:custClr>
    <a:custClr name="White ">
      <a:srgbClr val="FFFFFF"/>
    </a:custClr>
    <a:custClr name="White ">
      <a:srgbClr val="FFFFFF"/>
    </a:custClr>
    <a:custClr name="White ">
      <a:srgbClr val="FFFFFF"/>
    </a:custClr>
    <a:custClr name="White ">
      <a:srgbClr val="FFFFFF"/>
    </a:custClr>
    <a:custClr name="White ">
      <a:srgbClr val="FFFFFF"/>
    </a:custClr>
    <a:custClr name="White ">
      <a:srgbClr val="FFFFFF"/>
    </a:custClr>
    <a:custClr name="Grey 300 ">
      <a:srgbClr val="DCD5D7"/>
    </a:custClr>
    <a:custClr name="White ">
      <a:srgbClr val="FFFFFF"/>
    </a:custClr>
    <a:custClr name="White ">
      <a:srgbClr val="FFFFFF"/>
    </a:custClr>
    <a:custClr name="White ">
      <a:srgbClr val="FFFFFF"/>
    </a:custClr>
    <a:custClr name="White ">
      <a:srgbClr val="FFFFFF"/>
    </a:custClr>
    <a:custClr name="White ">
      <a:srgbClr val="FFFFFF"/>
    </a:custClr>
    <a:custClr name="White ">
      <a:srgbClr val="FFFFFF"/>
    </a:custClr>
    <a:custClr name="White ">
      <a:srgbClr val="FFFFFF"/>
    </a:custClr>
  </a:custClrLst>
  <a:extLst>
    <a:ext uri="{05A4C25C-085E-4340-85A3-A5531E510DB2}">
      <thm15:themeFamily xmlns:thm15="http://schemas.microsoft.com/office/thememl/2012/main" name="Default Theme.pptx" id="{A542C497-5BA3-40BF-97F7-9E48C515ECAD}" vid="{41580B49-3264-4157-A0B5-133A728EED41}"/>
    </a:ext>
  </a:extLst>
</a:theme>
</file>

<file path=ppt/theme/theme2.xml><?xml version="1.0" encoding="utf-8"?>
<a:theme xmlns:a="http://schemas.openxmlformats.org/drawingml/2006/main" name="Larissa-Design">
  <a:themeElements>
    <a:clrScheme name="Infineon">
      <a:dk1>
        <a:srgbClr val="000000"/>
      </a:dk1>
      <a:lt1>
        <a:srgbClr val="FFFFFF"/>
      </a:lt1>
      <a:dk2>
        <a:srgbClr val="FFE054"/>
      </a:dk2>
      <a:lt2>
        <a:srgbClr val="E9E6E6"/>
      </a:lt2>
      <a:accent1>
        <a:srgbClr val="E30034"/>
      </a:accent1>
      <a:accent2>
        <a:srgbClr val="928285"/>
      </a:accent2>
      <a:accent3>
        <a:srgbClr val="84B6A7"/>
      </a:accent3>
      <a:accent4>
        <a:srgbClr val="AEC067"/>
      </a:accent4>
      <a:accent5>
        <a:srgbClr val="EE813C"/>
      </a:accent5>
      <a:accent6>
        <a:srgbClr val="AB377A"/>
      </a:accent6>
      <a:hlink>
        <a:srgbClr val="1122CC"/>
      </a:hlink>
      <a:folHlink>
        <a:srgbClr val="1122CC"/>
      </a:folHlink>
    </a:clrScheme>
    <a:fontScheme name="Infineon Fonts">
      <a:majorFont>
        <a:latin typeface="Verdana"/>
        <a:ea typeface=""/>
        <a:cs typeface="Verdana"/>
      </a:majorFont>
      <a:minorFont>
        <a:latin typeface="Verdana"/>
        <a:ea typeface=""/>
        <a:cs typeface="Verdana"/>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Larissa-Design">
  <a:themeElements>
    <a:clrScheme name="Infineon_ColorTheme_2012">
      <a:dk1>
        <a:srgbClr val="00214A"/>
      </a:dk1>
      <a:lt1>
        <a:srgbClr val="FFFFFF"/>
      </a:lt1>
      <a:dk2>
        <a:srgbClr val="00214A"/>
      </a:dk2>
      <a:lt2>
        <a:srgbClr val="C8D8E6"/>
      </a:lt2>
      <a:accent1>
        <a:srgbClr val="B70D28"/>
      </a:accent1>
      <a:accent2>
        <a:srgbClr val="E3EBF2"/>
      </a:accent2>
      <a:accent3>
        <a:srgbClr val="005DA9"/>
      </a:accent3>
      <a:accent4>
        <a:srgbClr val="969696"/>
      </a:accent4>
      <a:accent5>
        <a:srgbClr val="FDC400"/>
      </a:accent5>
      <a:accent6>
        <a:srgbClr val="009651"/>
      </a:accent6>
      <a:hlink>
        <a:srgbClr val="1122CC"/>
      </a:hlink>
      <a:folHlink>
        <a:srgbClr val="1122CC"/>
      </a:folHlink>
    </a:clrScheme>
    <a:fontScheme name="Infineon Fonts">
      <a:majorFont>
        <a:latin typeface="Verdana"/>
        <a:ea typeface=""/>
        <a:cs typeface="Verdana"/>
      </a:majorFont>
      <a:minorFont>
        <a:latin typeface="Verdana"/>
        <a:ea typeface=""/>
        <a:cs typeface="Verdana"/>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kument" ma:contentTypeID="0x0101001EB56A61B4C00947898D82D06963611E" ma:contentTypeVersion="15" ma:contentTypeDescription="Ein neues Dokument erstellen." ma:contentTypeScope="" ma:versionID="1dc54802e6c7a0c11432c14fa31ef0b1">
  <xsd:schema xmlns:xsd="http://www.w3.org/2001/XMLSchema" xmlns:xs="http://www.w3.org/2001/XMLSchema" xmlns:p="http://schemas.microsoft.com/office/2006/metadata/properties" xmlns:ns2="59b6271e-7032-4958-8b1b-b397779a5edd" xmlns:ns3="8add22d0-fb4f-4780-81e3-4104ca6646f2" targetNamespace="http://schemas.microsoft.com/office/2006/metadata/properties" ma:root="true" ma:fieldsID="a6f0f3cc70ae8bf5c7c46b87ded16118" ns2:_="" ns3:_="">
    <xsd:import namespace="59b6271e-7032-4958-8b1b-b397779a5edd"/>
    <xsd:import namespace="8add22d0-fb4f-4780-81e3-4104ca6646f2"/>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Location" minOccurs="0"/>
                <xsd:element ref="ns2:MediaServiceSearchPropertie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9b6271e-7032-4958-8b1b-b397779a5ed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Bildmarkierungen" ma:readOnly="false" ma:fieldId="{5cf76f15-5ced-4ddc-b409-7134ff3c332f}" ma:taxonomyMulti="true" ma:sspId="d64df55c-0d35-4409-9d5b-5829daa2b659"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ServiceLocation" ma:index="19" nillable="true" ma:displayName="Location" ma:indexed="true" ma:internalName="MediaServiceLocation" ma:readOnly="true">
      <xsd:simpleType>
        <xsd:restriction base="dms:Text"/>
      </xsd:simpleType>
    </xsd:element>
    <xsd:element name="MediaServiceSearchProperties" ma:index="20"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8add22d0-fb4f-4780-81e3-4104ca6646f2"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bfc02de1-8c8f-4191-a788-16eb72695625}" ma:internalName="TaxCatchAll" ma:showField="CatchAllData" ma:web="8add22d0-fb4f-4780-81e3-4104ca6646f2">
      <xsd:complexType>
        <xsd:complexContent>
          <xsd:extension base="dms:MultiChoiceLookup">
            <xsd:sequence>
              <xsd:element name="Value" type="dms:Lookup" maxOccurs="unbounded" minOccurs="0" nillable="true"/>
            </xsd:sequence>
          </xsd:extension>
        </xsd:complexContent>
      </xsd:complexType>
    </xsd:element>
    <xsd:element name="SharedWithUsers" ma:index="21" nillable="true" ma:displayName="Freigegeben für"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2" nillable="true" ma:displayName="Freigegeben für -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8add22d0-fb4f-4780-81e3-4104ca6646f2" xsi:nil="true"/>
    <lcf76f155ced4ddcb4097134ff3c332f xmlns="59b6271e-7032-4958-8b1b-b397779a5edd">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63C6748B-B74E-4BE1-834C-AEBB9BCA18FB}">
  <ds:schemaRefs>
    <ds:schemaRef ds:uri="http://schemas.microsoft.com/sharepoint/v3/contenttype/forms"/>
  </ds:schemaRefs>
</ds:datastoreItem>
</file>

<file path=customXml/itemProps2.xml><?xml version="1.0" encoding="utf-8"?>
<ds:datastoreItem xmlns:ds="http://schemas.openxmlformats.org/officeDocument/2006/customXml" ds:itemID="{8014FDB3-C68D-4DD7-B6CF-2B363C4C1B1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9b6271e-7032-4958-8b1b-b397779a5edd"/>
    <ds:schemaRef ds:uri="8add22d0-fb4f-4780-81e3-4104ca6646f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D299A1D5-F553-4264-9022-E0136C61CE27}">
  <ds:schemaRefs>
    <ds:schemaRef ds:uri="http://purl.org/dc/elements/1.1/"/>
    <ds:schemaRef ds:uri="http://purl.org/dc/terms/"/>
    <ds:schemaRef ds:uri="http://schemas.microsoft.com/office/2006/metadata/properties"/>
    <ds:schemaRef ds:uri="http://schemas.microsoft.com/office/2006/documentManagement/types"/>
    <ds:schemaRef ds:uri="59b6271e-7032-4958-8b1b-b397779a5edd"/>
    <ds:schemaRef ds:uri="http://www.w3.org/XML/1998/namespace"/>
    <ds:schemaRef ds:uri="http://schemas.microsoft.com/office/infopath/2007/PartnerControls"/>
    <ds:schemaRef ds:uri="http://schemas.openxmlformats.org/package/2006/metadata/core-properties"/>
    <ds:schemaRef ds:uri="8add22d0-fb4f-4780-81e3-4104ca6646f2"/>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Default Theme</Template>
  <TotalTime>6735</TotalTime>
  <Words>1451</Words>
  <Application>Microsoft Office PowerPoint</Application>
  <PresentationFormat>Widescreen</PresentationFormat>
  <Paragraphs>215</Paragraphs>
  <Slides>13</Slides>
  <Notes>2</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13</vt:i4>
      </vt:variant>
    </vt:vector>
  </HeadingPairs>
  <TitlesOfParts>
    <vt:vector size="20" baseType="lpstr">
      <vt:lpstr>Arial</vt:lpstr>
      <vt:lpstr>Arial Unicode MS</vt:lpstr>
      <vt:lpstr>Symbol</vt:lpstr>
      <vt:lpstr>Verdana</vt:lpstr>
      <vt:lpstr>Wingdings</vt:lpstr>
      <vt:lpstr>Infineon 16:9</vt:lpstr>
      <vt:lpstr>think-cell Folie</vt:lpstr>
      <vt:lpstr>Rapid Test Data Review Using Python Automation</vt:lpstr>
      <vt:lpstr>Background</vt:lpstr>
      <vt:lpstr>Background</vt:lpstr>
      <vt:lpstr>Automated approach</vt:lpstr>
      <vt:lpstr>Automated solution</vt:lpstr>
      <vt:lpstr>Key metrics</vt:lpstr>
      <vt:lpstr>Key metrics Example with the CTRX8188 3FTCU151 W01, S1, Test-D34 data</vt:lpstr>
      <vt:lpstr>Demo session</vt:lpstr>
      <vt:lpstr>Automated approach benefits</vt:lpstr>
      <vt:lpstr>Automated approach benefits</vt:lpstr>
      <vt:lpstr>Summary</vt:lpstr>
      <vt:lpstr>Outlook</vt:lpstr>
      <vt:lpstr>PowerPoint Presentation</vt:lpstr>
    </vt:vector>
  </TitlesOfParts>
  <Company>Infineon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Test Data Analysis – Fast Summary</dc:title>
  <dc:creator>Wandji Lionel Wilfried (EPOS ATV SC D RAD PTE)</dc:creator>
  <cp:lastModifiedBy>Wandji Lionel Wilfried (EPOS ATV SC D RAD PTE)</cp:lastModifiedBy>
  <cp:revision>106</cp:revision>
  <dcterms:created xsi:type="dcterms:W3CDTF">2026-03-02T17:02:26Z</dcterms:created>
  <dcterms:modified xsi:type="dcterms:W3CDTF">2026-04-18T13:57:42Z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ocumentID">
    <vt:lpwstr/>
  </property>
  <property fmtid="{D5CDD505-2E9C-101B-9397-08002B2CF9AE}" pid="3" name="DocumentVersion">
    <vt:lpwstr/>
  </property>
  <property fmtid="{D5CDD505-2E9C-101B-9397-08002B2CF9AE}" pid="4" name="Proprietary">
    <vt:lpwstr/>
  </property>
  <property fmtid="{D5CDD505-2E9C-101B-9397-08002B2CF9AE}" pid="5" name="ConfidentialityMarking">
    <vt:lpwstr>restricted</vt:lpwstr>
  </property>
  <property fmtid="{D5CDD505-2E9C-101B-9397-08002B2CF9AE}" pid="6" name="AdditionalMarking">
    <vt:lpwstr/>
  </property>
  <property fmtid="{D5CDD505-2E9C-101B-9397-08002B2CF9AE}" pid="7" name="TemplateCompany">
    <vt:lpwstr>IFX</vt:lpwstr>
  </property>
  <property fmtid="{D5CDD505-2E9C-101B-9397-08002B2CF9AE}" pid="8" name="ContentTypeId">
    <vt:lpwstr>0x0101001EB56A61B4C00947898D82D06963611E</vt:lpwstr>
  </property>
  <property fmtid="{D5CDD505-2E9C-101B-9397-08002B2CF9AE}" pid="9" name="empower.integration.Classification.DocumentId">
    <vt:lpwstr/>
  </property>
  <property fmtid="{D5CDD505-2E9C-101B-9397-08002B2CF9AE}" pid="10" name="empower.integration.Classification.DocumentVersion">
    <vt:lpwstr/>
  </property>
  <property fmtid="{D5CDD505-2E9C-101B-9397-08002B2CF9AE}" pid="11" name="empower.integration.Classification.DocumentOwner">
    <vt:lpwstr/>
  </property>
  <property fmtid="{D5CDD505-2E9C-101B-9397-08002B2CF9AE}" pid="12" name="empower.integration.Classification.ShowFooter">
    <vt:bool>true</vt:bool>
  </property>
  <property fmtid="{D5CDD505-2E9C-101B-9397-08002B2CF9AE}" pid="13" name="empower.integration.Classification.RestrictionLevel">
    <vt:i4>-1</vt:i4>
  </property>
  <property fmtid="{D5CDD505-2E9C-101B-9397-08002B2CF9AE}" pid="14" name="empower.integration.Classification.FooterDate">
    <vt:filetime>2026-03-27T09:10:10Z</vt:filetime>
  </property>
  <property fmtid="{D5CDD505-2E9C-101B-9397-08002B2CF9AE}" pid="15" name="empower.integration.Classification.DateFormat">
    <vt:lpwstr>yyyy-MM-dd</vt:lpwstr>
  </property>
  <property fmtid="{D5CDD505-2E9C-101B-9397-08002B2CF9AE}" pid="16" name="empower.integration.Classification.IsDraft">
    <vt:bool>false</vt:bool>
  </property>
  <property fmtid="{D5CDD505-2E9C-101B-9397-08002B2CF9AE}" pid="17" name="empower.integration.Classification.IsProprietary">
    <vt:bool>false</vt:bool>
  </property>
  <property fmtid="{D5CDD505-2E9C-101B-9397-08002B2CF9AE}" pid="18" name="empower.integration.Classification.HasAdditionalMarking">
    <vt:bool>false</vt:bool>
  </property>
  <property fmtid="{D5CDD505-2E9C-101B-9397-08002B2CF9AE}" pid="19" name="empower.integration.Classification.AdditionalMarking">
    <vt:lpwstr/>
  </property>
  <property fmtid="{D5CDD505-2E9C-101B-9397-08002B2CF9AE}" pid="20" name="empower.integration.Classification.IsEmpowerClassified">
    <vt:bool>true</vt:bool>
  </property>
  <property fmtid="{D5CDD505-2E9C-101B-9397-08002B2CF9AE}" pid="21" name="empower_migrated_document">
    <vt:lpwstr>true</vt:lpwstr>
  </property>
  <property fmtid="{D5CDD505-2E9C-101B-9397-08002B2CF9AE}" pid="22" name="MSIP_Label_a15a25aa-e944-415d-b7a7-40f6b9180b6b_Tag">
    <vt:lpwstr>10, 3, 0, 1</vt:lpwstr>
  </property>
  <property fmtid="{D5CDD505-2E9C-101B-9397-08002B2CF9AE}" pid="23" name="MSIP_Label_56324211-5033-4782-8e72-c0d1146c3a50_Enabled">
    <vt:bool>true</vt:bool>
  </property>
  <property fmtid="{D5CDD505-2E9C-101B-9397-08002B2CF9AE}" pid="24" name="MSIP_Label_56324211-5033-4782-8e72-c0d1146c3a50_SetDate">
    <vt:lpwstr>2026-04-18 13:57:29Z</vt:lpwstr>
  </property>
  <property fmtid="{D5CDD505-2E9C-101B-9397-08002B2CF9AE}" pid="25" name="MSIP_Label_56324211-5033-4782-8e72-c0d1146c3a50_Method">
    <vt:lpwstr>Privileged</vt:lpwstr>
  </property>
  <property fmtid="{D5CDD505-2E9C-101B-9397-08002B2CF9AE}" pid="26" name="MSIP_Label_56324211-5033-4782-8e72-c0d1146c3a50_Name">
    <vt:lpwstr>56324211-5033-4782-8e72-c0d1146c3a50</vt:lpwstr>
  </property>
  <property fmtid="{D5CDD505-2E9C-101B-9397-08002B2CF9AE}" pid="27" name="MSIP_Label_56324211-5033-4782-8e72-c0d1146c3a50_SiteId">
    <vt:lpwstr>eeb8d0e8-3544-41d3-aac6-934c309faf5a</vt:lpwstr>
  </property>
  <property fmtid="{D5CDD505-2E9C-101B-9397-08002B2CF9AE}" pid="28" name="MSIP_Label_56324211-5033-4782-8e72-c0d1146c3a50_ActionId">
    <vt:lpwstr>bb0b7bda-46f6-456d-8745-3d1485f92e5e</vt:lpwstr>
  </property>
  <property fmtid="{D5CDD505-2E9C-101B-9397-08002B2CF9AE}" pid="29" name="MSIP_Label_56324211-5033-4782-8e72-c0d1146c3a50_ContentBits">
    <vt:lpwstr>0</vt:lpwstr>
  </property>
</Properties>
</file>